
<file path=[Content_Types].xml><?xml version="1.0" encoding="utf-8"?>
<Types xmlns="http://schemas.openxmlformats.org/package/2006/content-types">
  <Default Extension="4mYzE9KDXW253grLewCcaAAAAA" ContentType="image/jpeg"/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8" r:id="rId2"/>
    <p:sldId id="28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81" r:id="rId21"/>
    <p:sldId id="274" r:id="rId22"/>
    <p:sldId id="275" r:id="rId23"/>
    <p:sldId id="276" r:id="rId24"/>
    <p:sldId id="277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F4A601-5D6B-4FA5-BDE4-4E1528E2BDE9}" v="67" dt="2026-09-30T04:13:11.8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90" d="100"/>
          <a:sy n="90" d="100"/>
        </p:scale>
        <p:origin x="2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likakomala@outlook.com" userId="be9735a321227cfb" providerId="LiveId" clId="{63CA2282-4036-4D6B-9200-CB2EA8AC2D25}"/>
    <pc:docChg chg="undo custSel addSld modSld">
      <pc:chgData name="madhulikakomala@outlook.com" userId="be9735a321227cfb" providerId="LiveId" clId="{63CA2282-4036-4D6B-9200-CB2EA8AC2D25}" dt="2026-10-01T06:18:14.416" v="257" actId="948"/>
      <pc:docMkLst>
        <pc:docMk/>
      </pc:docMkLst>
      <pc:sldChg chg="modSp mod">
        <pc:chgData name="madhulikakomala@outlook.com" userId="be9735a321227cfb" providerId="LiveId" clId="{63CA2282-4036-4D6B-9200-CB2EA8AC2D25}" dt="2026-09-30T02:53:05.249" v="85" actId="1076"/>
        <pc:sldMkLst>
          <pc:docMk/>
          <pc:sldMk cId="110448688" sldId="261"/>
        </pc:sldMkLst>
        <pc:spChg chg="mod">
          <ac:chgData name="madhulikakomala@outlook.com" userId="be9735a321227cfb" providerId="LiveId" clId="{63CA2282-4036-4D6B-9200-CB2EA8AC2D25}" dt="2026-09-30T02:53:05.249" v="85" actId="1076"/>
          <ac:spMkLst>
            <pc:docMk/>
            <pc:sldMk cId="110448688" sldId="261"/>
            <ac:spMk id="3" creationId="{7149899E-0B99-210A-EDB1-9EFE0DAE4A33}"/>
          </ac:spMkLst>
        </pc:spChg>
      </pc:sldChg>
      <pc:sldChg chg="modSp mod">
        <pc:chgData name="madhulikakomala@outlook.com" userId="be9735a321227cfb" providerId="LiveId" clId="{63CA2282-4036-4D6B-9200-CB2EA8AC2D25}" dt="2026-10-01T06:18:14.416" v="257" actId="948"/>
        <pc:sldMkLst>
          <pc:docMk/>
          <pc:sldMk cId="3852202952" sldId="266"/>
        </pc:sldMkLst>
        <pc:spChg chg="mod">
          <ac:chgData name="madhulikakomala@outlook.com" userId="be9735a321227cfb" providerId="LiveId" clId="{63CA2282-4036-4D6B-9200-CB2EA8AC2D25}" dt="2026-09-30T02:56:56.742" v="103" actId="207"/>
          <ac:spMkLst>
            <pc:docMk/>
            <pc:sldMk cId="3852202952" sldId="266"/>
            <ac:spMk id="3" creationId="{CABA0F37-0AC9-8FD2-1FF7-12FC1A9EE09C}"/>
          </ac:spMkLst>
        </pc:spChg>
        <pc:spChg chg="mod">
          <ac:chgData name="madhulikakomala@outlook.com" userId="be9735a321227cfb" providerId="LiveId" clId="{63CA2282-4036-4D6B-9200-CB2EA8AC2D25}" dt="2026-10-01T06:18:14.416" v="257" actId="948"/>
          <ac:spMkLst>
            <pc:docMk/>
            <pc:sldMk cId="3852202952" sldId="266"/>
            <ac:spMk id="6" creationId="{B8E74641-A853-678E-03F6-404CDEBF3AD6}"/>
          </ac:spMkLst>
        </pc:spChg>
      </pc:sldChg>
      <pc:sldChg chg="modSp mod">
        <pc:chgData name="madhulikakomala@outlook.com" userId="be9735a321227cfb" providerId="LiveId" clId="{63CA2282-4036-4D6B-9200-CB2EA8AC2D25}" dt="2026-09-30T02:57:13.638" v="106" actId="1076"/>
        <pc:sldMkLst>
          <pc:docMk/>
          <pc:sldMk cId="3284969776" sldId="267"/>
        </pc:sldMkLst>
        <pc:spChg chg="mod">
          <ac:chgData name="madhulikakomala@outlook.com" userId="be9735a321227cfb" providerId="LiveId" clId="{63CA2282-4036-4D6B-9200-CB2EA8AC2D25}" dt="2026-09-30T02:57:13.638" v="106" actId="1076"/>
          <ac:spMkLst>
            <pc:docMk/>
            <pc:sldMk cId="3284969776" sldId="267"/>
            <ac:spMk id="3" creationId="{0CFB1646-CB97-CCE6-A477-D2913F57FFBE}"/>
          </ac:spMkLst>
        </pc:spChg>
      </pc:sldChg>
      <pc:sldChg chg="modSp mod">
        <pc:chgData name="madhulikakomala@outlook.com" userId="be9735a321227cfb" providerId="LiveId" clId="{63CA2282-4036-4D6B-9200-CB2EA8AC2D25}" dt="2026-09-30T02:50:48.773" v="72" actId="113"/>
        <pc:sldMkLst>
          <pc:docMk/>
          <pc:sldMk cId="930692459" sldId="268"/>
        </pc:sldMkLst>
        <pc:spChg chg="mod">
          <ac:chgData name="madhulikakomala@outlook.com" userId="be9735a321227cfb" providerId="LiveId" clId="{63CA2282-4036-4D6B-9200-CB2EA8AC2D25}" dt="2026-09-27T16:33:30.713" v="58" actId="207"/>
          <ac:spMkLst>
            <pc:docMk/>
            <pc:sldMk cId="930692459" sldId="268"/>
            <ac:spMk id="3" creationId="{2047B022-CB3D-23C6-77D8-4B9F8AE7C2AF}"/>
          </ac:spMkLst>
        </pc:spChg>
        <pc:graphicFrameChg chg="modGraphic">
          <ac:chgData name="madhulikakomala@outlook.com" userId="be9735a321227cfb" providerId="LiveId" clId="{63CA2282-4036-4D6B-9200-CB2EA8AC2D25}" dt="2026-09-30T02:50:48.773" v="72" actId="113"/>
          <ac:graphicFrameMkLst>
            <pc:docMk/>
            <pc:sldMk cId="930692459" sldId="268"/>
            <ac:graphicFrameMk id="5" creationId="{EC9FF83A-9368-2ED5-DEC3-B5B72BFEE7B6}"/>
          </ac:graphicFrameMkLst>
        </pc:graphicFrameChg>
      </pc:sldChg>
      <pc:sldChg chg="modSp mod">
        <pc:chgData name="madhulikakomala@outlook.com" userId="be9735a321227cfb" providerId="LiveId" clId="{63CA2282-4036-4D6B-9200-CB2EA8AC2D25}" dt="2026-09-27T16:33:00.350" v="53" actId="207"/>
        <pc:sldMkLst>
          <pc:docMk/>
          <pc:sldMk cId="2772435534" sldId="269"/>
        </pc:sldMkLst>
        <pc:spChg chg="mod">
          <ac:chgData name="madhulikakomala@outlook.com" userId="be9735a321227cfb" providerId="LiveId" clId="{63CA2282-4036-4D6B-9200-CB2EA8AC2D25}" dt="2026-09-27T16:33:00.350" v="53" actId="207"/>
          <ac:spMkLst>
            <pc:docMk/>
            <pc:sldMk cId="2772435534" sldId="269"/>
            <ac:spMk id="6" creationId="{9D7762BD-7542-DE5C-88AA-D723501B99A9}"/>
          </ac:spMkLst>
        </pc:spChg>
      </pc:sldChg>
      <pc:sldChg chg="modSp mod">
        <pc:chgData name="madhulikakomala@outlook.com" userId="be9735a321227cfb" providerId="LiveId" clId="{63CA2282-4036-4D6B-9200-CB2EA8AC2D25}" dt="2026-09-27T16:33:18.993" v="57" actId="207"/>
        <pc:sldMkLst>
          <pc:docMk/>
          <pc:sldMk cId="3099137396" sldId="270"/>
        </pc:sldMkLst>
        <pc:spChg chg="mod">
          <ac:chgData name="madhulikakomala@outlook.com" userId="be9735a321227cfb" providerId="LiveId" clId="{63CA2282-4036-4D6B-9200-CB2EA8AC2D25}" dt="2026-09-27T16:33:18.993" v="57" actId="207"/>
          <ac:spMkLst>
            <pc:docMk/>
            <pc:sldMk cId="3099137396" sldId="270"/>
            <ac:spMk id="3" creationId="{63E8AD55-1E29-1C9F-B63F-BD954AD5D2AE}"/>
          </ac:spMkLst>
        </pc:spChg>
      </pc:sldChg>
      <pc:sldChg chg="modSp mod">
        <pc:chgData name="madhulikakomala@outlook.com" userId="be9735a321227cfb" providerId="LiveId" clId="{63CA2282-4036-4D6B-9200-CB2EA8AC2D25}" dt="2026-09-27T16:33:47.085" v="60" actId="207"/>
        <pc:sldMkLst>
          <pc:docMk/>
          <pc:sldMk cId="96003463" sldId="271"/>
        </pc:sldMkLst>
        <pc:spChg chg="mod">
          <ac:chgData name="madhulikakomala@outlook.com" userId="be9735a321227cfb" providerId="LiveId" clId="{63CA2282-4036-4D6B-9200-CB2EA8AC2D25}" dt="2026-09-27T16:33:47.085" v="60" actId="207"/>
          <ac:spMkLst>
            <pc:docMk/>
            <pc:sldMk cId="96003463" sldId="271"/>
            <ac:spMk id="4" creationId="{62F3D8E6-5602-479D-4982-FFA1641918DA}"/>
          </ac:spMkLst>
        </pc:spChg>
      </pc:sldChg>
      <pc:sldChg chg="modSp mod">
        <pc:chgData name="madhulikakomala@outlook.com" userId="be9735a321227cfb" providerId="LiveId" clId="{63CA2282-4036-4D6B-9200-CB2EA8AC2D25}" dt="2026-10-01T06:17:15.355" v="256" actId="113"/>
        <pc:sldMkLst>
          <pc:docMk/>
          <pc:sldMk cId="967293727" sldId="272"/>
        </pc:sldMkLst>
        <pc:spChg chg="mod">
          <ac:chgData name="madhulikakomala@outlook.com" userId="be9735a321227cfb" providerId="LiveId" clId="{63CA2282-4036-4D6B-9200-CB2EA8AC2D25}" dt="2026-09-30T03:01:57.364" v="129" actId="1076"/>
          <ac:spMkLst>
            <pc:docMk/>
            <pc:sldMk cId="967293727" sldId="272"/>
            <ac:spMk id="4" creationId="{808E17F1-2635-CFAD-1EAA-90381A02D4ED}"/>
          </ac:spMkLst>
        </pc:spChg>
        <pc:graphicFrameChg chg="modGraphic">
          <ac:chgData name="madhulikakomala@outlook.com" userId="be9735a321227cfb" providerId="LiveId" clId="{63CA2282-4036-4D6B-9200-CB2EA8AC2D25}" dt="2026-10-01T06:17:15.355" v="256" actId="113"/>
          <ac:graphicFrameMkLst>
            <pc:docMk/>
            <pc:sldMk cId="967293727" sldId="272"/>
            <ac:graphicFrameMk id="6" creationId="{5C7D377E-132A-8ACC-B91F-23CA33054665}"/>
          </ac:graphicFrameMkLst>
        </pc:graphicFrameChg>
      </pc:sldChg>
      <pc:sldChg chg="modSp mod">
        <pc:chgData name="madhulikakomala@outlook.com" userId="be9735a321227cfb" providerId="LiveId" clId="{63CA2282-4036-4D6B-9200-CB2EA8AC2D25}" dt="2026-09-30T03:02:29.629" v="133" actId="14100"/>
        <pc:sldMkLst>
          <pc:docMk/>
          <pc:sldMk cId="2146405020" sldId="273"/>
        </pc:sldMkLst>
        <pc:spChg chg="mod">
          <ac:chgData name="madhulikakomala@outlook.com" userId="be9735a321227cfb" providerId="LiveId" clId="{63CA2282-4036-4D6B-9200-CB2EA8AC2D25}" dt="2026-09-30T03:02:29.629" v="133" actId="14100"/>
          <ac:spMkLst>
            <pc:docMk/>
            <pc:sldMk cId="2146405020" sldId="273"/>
            <ac:spMk id="3" creationId="{80F912D5-497C-31F4-9C49-BA95B1A4F974}"/>
          </ac:spMkLst>
        </pc:spChg>
      </pc:sldChg>
      <pc:sldChg chg="modSp mod">
        <pc:chgData name="madhulikakomala@outlook.com" userId="be9735a321227cfb" providerId="LiveId" clId="{63CA2282-4036-4D6B-9200-CB2EA8AC2D25}" dt="2026-09-30T03:29:11.855" v="209" actId="20577"/>
        <pc:sldMkLst>
          <pc:docMk/>
          <pc:sldMk cId="3969462296" sldId="274"/>
        </pc:sldMkLst>
        <pc:spChg chg="mod">
          <ac:chgData name="madhulikakomala@outlook.com" userId="be9735a321227cfb" providerId="LiveId" clId="{63CA2282-4036-4D6B-9200-CB2EA8AC2D25}" dt="2026-09-30T03:29:11.855" v="209" actId="20577"/>
          <ac:spMkLst>
            <pc:docMk/>
            <pc:sldMk cId="3969462296" sldId="274"/>
            <ac:spMk id="3" creationId="{F4329918-1987-DFD4-A24B-3231415D3D18}"/>
          </ac:spMkLst>
        </pc:spChg>
      </pc:sldChg>
      <pc:sldChg chg="modSp mod">
        <pc:chgData name="madhulikakomala@outlook.com" userId="be9735a321227cfb" providerId="LiveId" clId="{63CA2282-4036-4D6B-9200-CB2EA8AC2D25}" dt="2026-09-30T03:29:17.421" v="213" actId="20577"/>
        <pc:sldMkLst>
          <pc:docMk/>
          <pc:sldMk cId="1488235852" sldId="275"/>
        </pc:sldMkLst>
        <pc:spChg chg="mod">
          <ac:chgData name="madhulikakomala@outlook.com" userId="be9735a321227cfb" providerId="LiveId" clId="{63CA2282-4036-4D6B-9200-CB2EA8AC2D25}" dt="2026-09-30T03:29:17.421" v="213" actId="20577"/>
          <ac:spMkLst>
            <pc:docMk/>
            <pc:sldMk cId="1488235852" sldId="275"/>
            <ac:spMk id="3" creationId="{0BF21ED1-E3A1-49CF-A625-EE305E9A73BF}"/>
          </ac:spMkLst>
        </pc:spChg>
      </pc:sldChg>
      <pc:sldChg chg="modSp mod">
        <pc:chgData name="madhulikakomala@outlook.com" userId="be9735a321227cfb" providerId="LiveId" clId="{63CA2282-4036-4D6B-9200-CB2EA8AC2D25}" dt="2026-09-30T03:29:21.797" v="215" actId="20577"/>
        <pc:sldMkLst>
          <pc:docMk/>
          <pc:sldMk cId="3883671517" sldId="276"/>
        </pc:sldMkLst>
        <pc:spChg chg="mod">
          <ac:chgData name="madhulikakomala@outlook.com" userId="be9735a321227cfb" providerId="LiveId" clId="{63CA2282-4036-4D6B-9200-CB2EA8AC2D25}" dt="2026-09-30T03:29:21.797" v="215" actId="20577"/>
          <ac:spMkLst>
            <pc:docMk/>
            <pc:sldMk cId="3883671517" sldId="276"/>
            <ac:spMk id="3" creationId="{FFF67C76-83CD-2BC1-C73A-E5D361EDF8D9}"/>
          </ac:spMkLst>
        </pc:spChg>
      </pc:sldChg>
      <pc:sldChg chg="modSp mod">
        <pc:chgData name="madhulikakomala@outlook.com" userId="be9735a321227cfb" providerId="LiveId" clId="{63CA2282-4036-4D6B-9200-CB2EA8AC2D25}" dt="2026-09-30T03:29:27.265" v="217" actId="20577"/>
        <pc:sldMkLst>
          <pc:docMk/>
          <pc:sldMk cId="1812178879" sldId="277"/>
        </pc:sldMkLst>
        <pc:spChg chg="mod">
          <ac:chgData name="madhulikakomala@outlook.com" userId="be9735a321227cfb" providerId="LiveId" clId="{63CA2282-4036-4D6B-9200-CB2EA8AC2D25}" dt="2026-09-30T03:29:27.265" v="217" actId="20577"/>
          <ac:spMkLst>
            <pc:docMk/>
            <pc:sldMk cId="1812178879" sldId="277"/>
            <ac:spMk id="3" creationId="{9B6C6E2F-311D-4A38-58D6-357ACC835DF8}"/>
          </ac:spMkLst>
        </pc:spChg>
      </pc:sldChg>
      <pc:sldChg chg="addSp delSp modSp mod">
        <pc:chgData name="madhulikakomala@outlook.com" userId="be9735a321227cfb" providerId="LiveId" clId="{63CA2282-4036-4D6B-9200-CB2EA8AC2D25}" dt="2026-09-27T16:17:56.142" v="52" actId="1076"/>
        <pc:sldMkLst>
          <pc:docMk/>
          <pc:sldMk cId="3862225100" sldId="278"/>
        </pc:sldMkLst>
        <pc:spChg chg="add mod">
          <ac:chgData name="madhulikakomala@outlook.com" userId="be9735a321227cfb" providerId="LiveId" clId="{63CA2282-4036-4D6B-9200-CB2EA8AC2D25}" dt="2026-09-27T16:11:56.861" v="11" actId="20577"/>
          <ac:spMkLst>
            <pc:docMk/>
            <pc:sldMk cId="3862225100" sldId="278"/>
            <ac:spMk id="3" creationId="{BE5845FF-7104-1588-971C-AAA723D7EB94}"/>
          </ac:spMkLst>
        </pc:spChg>
        <pc:spChg chg="add mod">
          <ac:chgData name="madhulikakomala@outlook.com" userId="be9735a321227cfb" providerId="LiveId" clId="{63CA2282-4036-4D6B-9200-CB2EA8AC2D25}" dt="2026-09-27T16:11:50.802" v="7" actId="1076"/>
          <ac:spMkLst>
            <pc:docMk/>
            <pc:sldMk cId="3862225100" sldId="278"/>
            <ac:spMk id="6" creationId="{69261FD6-918D-5A2D-D955-46CF6336A3CC}"/>
          </ac:spMkLst>
        </pc:spChg>
        <pc:spChg chg="add mod">
          <ac:chgData name="madhulikakomala@outlook.com" userId="be9735a321227cfb" providerId="LiveId" clId="{63CA2282-4036-4D6B-9200-CB2EA8AC2D25}" dt="2026-09-27T16:13:54.825" v="19" actId="1076"/>
          <ac:spMkLst>
            <pc:docMk/>
            <pc:sldMk cId="3862225100" sldId="278"/>
            <ac:spMk id="8" creationId="{96B15C25-8563-78FD-76B2-02B8272A0E13}"/>
          </ac:spMkLst>
        </pc:spChg>
        <pc:spChg chg="add mod">
          <ac:chgData name="madhulikakomala@outlook.com" userId="be9735a321227cfb" providerId="LiveId" clId="{63CA2282-4036-4D6B-9200-CB2EA8AC2D25}" dt="2026-09-27T16:15:43.941" v="33" actId="20577"/>
          <ac:spMkLst>
            <pc:docMk/>
            <pc:sldMk cId="3862225100" sldId="278"/>
            <ac:spMk id="14" creationId="{6AD3B975-26A3-215D-9EB3-7BBE42CDEF8C}"/>
          </ac:spMkLst>
        </pc:spChg>
        <pc:spChg chg="add mod">
          <ac:chgData name="madhulikakomala@outlook.com" userId="be9735a321227cfb" providerId="LiveId" clId="{63CA2282-4036-4D6B-9200-CB2EA8AC2D25}" dt="2026-09-27T16:16:06.176" v="38" actId="1076"/>
          <ac:spMkLst>
            <pc:docMk/>
            <pc:sldMk cId="3862225100" sldId="278"/>
            <ac:spMk id="15" creationId="{E3D8A0E0-54F0-8748-6156-8BB01AC61E6B}"/>
          </ac:spMkLst>
        </pc:spChg>
        <pc:spChg chg="add mod">
          <ac:chgData name="madhulikakomala@outlook.com" userId="be9735a321227cfb" providerId="LiveId" clId="{63CA2282-4036-4D6B-9200-CB2EA8AC2D25}" dt="2026-09-27T16:17:07.344" v="44" actId="1076"/>
          <ac:spMkLst>
            <pc:docMk/>
            <pc:sldMk cId="3862225100" sldId="278"/>
            <ac:spMk id="16" creationId="{88434658-D75D-A78C-B3D8-5AD531A10DBC}"/>
          </ac:spMkLst>
        </pc:spChg>
        <pc:spChg chg="add mod">
          <ac:chgData name="madhulikakomala@outlook.com" userId="be9735a321227cfb" providerId="LiveId" clId="{63CA2282-4036-4D6B-9200-CB2EA8AC2D25}" dt="2026-09-27T16:17:29.225" v="48" actId="1076"/>
          <ac:spMkLst>
            <pc:docMk/>
            <pc:sldMk cId="3862225100" sldId="278"/>
            <ac:spMk id="17" creationId="{1AFB5F72-147E-CBE4-9A49-3F59564BF657}"/>
          </ac:spMkLst>
        </pc:spChg>
        <pc:spChg chg="add mod">
          <ac:chgData name="madhulikakomala@outlook.com" userId="be9735a321227cfb" providerId="LiveId" clId="{63CA2282-4036-4D6B-9200-CB2EA8AC2D25}" dt="2026-09-27T16:17:56.142" v="52" actId="1076"/>
          <ac:spMkLst>
            <pc:docMk/>
            <pc:sldMk cId="3862225100" sldId="278"/>
            <ac:spMk id="18" creationId="{02168C89-2E7C-041D-D126-38218EB9CCEE}"/>
          </ac:spMkLst>
        </pc:spChg>
        <pc:picChg chg="add mod">
          <ac:chgData name="madhulikakomala@outlook.com" userId="be9735a321227cfb" providerId="LiveId" clId="{63CA2282-4036-4D6B-9200-CB2EA8AC2D25}" dt="2026-09-27T16:11:29.512" v="5" actId="14100"/>
          <ac:picMkLst>
            <pc:docMk/>
            <pc:sldMk cId="3862225100" sldId="278"/>
            <ac:picMk id="4" creationId="{3CC3125E-350B-BC3D-CC31-9A76856CCD04}"/>
          </ac:picMkLst>
        </pc:picChg>
      </pc:sldChg>
      <pc:sldChg chg="addSp new mod">
        <pc:chgData name="madhulikakomala@outlook.com" userId="be9735a321227cfb" providerId="LiveId" clId="{63CA2282-4036-4D6B-9200-CB2EA8AC2D25}" dt="2026-09-27T16:34:56.085" v="68" actId="22"/>
        <pc:sldMkLst>
          <pc:docMk/>
          <pc:sldMk cId="3435474045" sldId="279"/>
        </pc:sldMkLst>
        <pc:picChg chg="add">
          <ac:chgData name="madhulikakomala@outlook.com" userId="be9735a321227cfb" providerId="LiveId" clId="{63CA2282-4036-4D6B-9200-CB2EA8AC2D25}" dt="2026-09-27T16:34:56.085" v="68" actId="22"/>
          <ac:picMkLst>
            <pc:docMk/>
            <pc:sldMk cId="3435474045" sldId="279"/>
            <ac:picMk id="3" creationId="{014777E1-B34F-B4F6-99AC-A2F3BCB4BE39}"/>
          </ac:picMkLst>
        </pc:picChg>
      </pc:sldChg>
      <pc:sldChg chg="addSp delSp modSp new mod">
        <pc:chgData name="madhulikakomala@outlook.com" userId="be9735a321227cfb" providerId="LiveId" clId="{63CA2282-4036-4D6B-9200-CB2EA8AC2D25}" dt="2026-09-30T04:13:38.185" v="254" actId="1076"/>
        <pc:sldMkLst>
          <pc:docMk/>
          <pc:sldMk cId="3497089845" sldId="280"/>
        </pc:sldMkLst>
        <pc:spChg chg="add mod">
          <ac:chgData name="madhulikakomala@outlook.com" userId="be9735a321227cfb" providerId="LiveId" clId="{63CA2282-4036-4D6B-9200-CB2EA8AC2D25}" dt="2026-09-30T02:51:31.956" v="75" actId="1076"/>
          <ac:spMkLst>
            <pc:docMk/>
            <pc:sldMk cId="3497089845" sldId="280"/>
            <ac:spMk id="2" creationId="{6C344E1A-1C83-780E-8EE9-7FA98A60B2FD}"/>
          </ac:spMkLst>
        </pc:spChg>
        <pc:spChg chg="add mod">
          <ac:chgData name="madhulikakomala@outlook.com" userId="be9735a321227cfb" providerId="LiveId" clId="{63CA2282-4036-4D6B-9200-CB2EA8AC2D25}" dt="2026-09-30T02:51:56.031" v="78" actId="1076"/>
          <ac:spMkLst>
            <pc:docMk/>
            <pc:sldMk cId="3497089845" sldId="280"/>
            <ac:spMk id="3" creationId="{8DA98CC1-DCBD-A12E-C6A2-5ABA96708FA7}"/>
          </ac:spMkLst>
        </pc:spChg>
        <pc:spChg chg="add mod">
          <ac:chgData name="madhulikakomala@outlook.com" userId="be9735a321227cfb" providerId="LiveId" clId="{63CA2282-4036-4D6B-9200-CB2EA8AC2D25}" dt="2026-09-30T02:52:33.490" v="81" actId="1076"/>
          <ac:spMkLst>
            <pc:docMk/>
            <pc:sldMk cId="3497089845" sldId="280"/>
            <ac:spMk id="4" creationId="{9B0C117D-0159-1C9D-5474-2CF34F028C22}"/>
          </ac:spMkLst>
        </pc:spChg>
        <pc:spChg chg="add mod">
          <ac:chgData name="madhulikakomala@outlook.com" userId="be9735a321227cfb" providerId="LiveId" clId="{63CA2282-4036-4D6B-9200-CB2EA8AC2D25}" dt="2026-09-30T02:52:55.247" v="84" actId="1076"/>
          <ac:spMkLst>
            <pc:docMk/>
            <pc:sldMk cId="3497089845" sldId="280"/>
            <ac:spMk id="5" creationId="{52150CF1-EAC2-19F6-DD37-CC2D62366207}"/>
          </ac:spMkLst>
        </pc:spChg>
        <pc:spChg chg="add mod">
          <ac:chgData name="madhulikakomala@outlook.com" userId="be9735a321227cfb" providerId="LiveId" clId="{63CA2282-4036-4D6B-9200-CB2EA8AC2D25}" dt="2026-09-30T02:53:28.068" v="88" actId="1076"/>
          <ac:spMkLst>
            <pc:docMk/>
            <pc:sldMk cId="3497089845" sldId="280"/>
            <ac:spMk id="6" creationId="{486FA692-D652-9EE6-AC4F-4E84928A94DC}"/>
          </ac:spMkLst>
        </pc:spChg>
        <pc:spChg chg="add mod">
          <ac:chgData name="madhulikakomala@outlook.com" userId="be9735a321227cfb" providerId="LiveId" clId="{63CA2282-4036-4D6B-9200-CB2EA8AC2D25}" dt="2026-09-30T02:54:28.951" v="95" actId="1076"/>
          <ac:spMkLst>
            <pc:docMk/>
            <pc:sldMk cId="3497089845" sldId="280"/>
            <ac:spMk id="7" creationId="{4776EF59-3AF6-8A5B-CB59-274185D3AB19}"/>
          </ac:spMkLst>
        </pc:spChg>
        <pc:spChg chg="add mod">
          <ac:chgData name="madhulikakomala@outlook.com" userId="be9735a321227cfb" providerId="LiveId" clId="{63CA2282-4036-4D6B-9200-CB2EA8AC2D25}" dt="2026-09-30T02:54:33.074" v="96" actId="1076"/>
          <ac:spMkLst>
            <pc:docMk/>
            <pc:sldMk cId="3497089845" sldId="280"/>
            <ac:spMk id="8" creationId="{0184264B-3E76-10F8-2DC7-667A0F97673A}"/>
          </ac:spMkLst>
        </pc:spChg>
        <pc:spChg chg="add mod">
          <ac:chgData name="madhulikakomala@outlook.com" userId="be9735a321227cfb" providerId="LiveId" clId="{63CA2282-4036-4D6B-9200-CB2EA8AC2D25}" dt="2026-09-30T02:55:55.744" v="99" actId="1076"/>
          <ac:spMkLst>
            <pc:docMk/>
            <pc:sldMk cId="3497089845" sldId="280"/>
            <ac:spMk id="9" creationId="{9A4708BB-2BFF-B3D8-7F7F-4EC750E32FBD}"/>
          </ac:spMkLst>
        </pc:spChg>
        <pc:spChg chg="add mod">
          <ac:chgData name="madhulikakomala@outlook.com" userId="be9735a321227cfb" providerId="LiveId" clId="{63CA2282-4036-4D6B-9200-CB2EA8AC2D25}" dt="2026-09-30T02:56:32.065" v="102" actId="1076"/>
          <ac:spMkLst>
            <pc:docMk/>
            <pc:sldMk cId="3497089845" sldId="280"/>
            <ac:spMk id="10" creationId="{A7E6CFAF-893F-2FBA-A5E4-60FAD70002C3}"/>
          </ac:spMkLst>
        </pc:spChg>
        <pc:spChg chg="add mod">
          <ac:chgData name="madhulikakomala@outlook.com" userId="be9735a321227cfb" providerId="LiveId" clId="{63CA2282-4036-4D6B-9200-CB2EA8AC2D25}" dt="2026-09-30T02:57:36.873" v="109" actId="1076"/>
          <ac:spMkLst>
            <pc:docMk/>
            <pc:sldMk cId="3497089845" sldId="280"/>
            <ac:spMk id="11" creationId="{AD4C03C5-8727-2BFC-347F-5C05997D62B3}"/>
          </ac:spMkLst>
        </pc:spChg>
        <pc:spChg chg="add mod">
          <ac:chgData name="madhulikakomala@outlook.com" userId="be9735a321227cfb" providerId="LiveId" clId="{63CA2282-4036-4D6B-9200-CB2EA8AC2D25}" dt="2026-09-30T03:30:13.694" v="230" actId="1076"/>
          <ac:spMkLst>
            <pc:docMk/>
            <pc:sldMk cId="3497089845" sldId="280"/>
            <ac:spMk id="12" creationId="{3048D897-7F94-993A-A758-6713ED683E85}"/>
          </ac:spMkLst>
        </pc:spChg>
        <pc:spChg chg="add mod">
          <ac:chgData name="madhulikakomala@outlook.com" userId="be9735a321227cfb" providerId="LiveId" clId="{63CA2282-4036-4D6B-9200-CB2EA8AC2D25}" dt="2026-09-30T03:30:19.267" v="231" actId="1076"/>
          <ac:spMkLst>
            <pc:docMk/>
            <pc:sldMk cId="3497089845" sldId="280"/>
            <ac:spMk id="13" creationId="{BBAC1662-B0D4-00D7-0FE9-65B52E55A0D7}"/>
          </ac:spMkLst>
        </pc:spChg>
        <pc:spChg chg="add mod">
          <ac:chgData name="madhulikakomala@outlook.com" userId="be9735a321227cfb" providerId="LiveId" clId="{63CA2282-4036-4D6B-9200-CB2EA8AC2D25}" dt="2026-09-30T03:30:27.437" v="233" actId="1076"/>
          <ac:spMkLst>
            <pc:docMk/>
            <pc:sldMk cId="3497089845" sldId="280"/>
            <ac:spMk id="14" creationId="{737D3ADF-3258-6AB2-B793-083F2614858F}"/>
          </ac:spMkLst>
        </pc:spChg>
        <pc:spChg chg="add mod">
          <ac:chgData name="madhulikakomala@outlook.com" userId="be9735a321227cfb" providerId="LiveId" clId="{63CA2282-4036-4D6B-9200-CB2EA8AC2D25}" dt="2026-09-30T03:30:32.117" v="234" actId="1076"/>
          <ac:spMkLst>
            <pc:docMk/>
            <pc:sldMk cId="3497089845" sldId="280"/>
            <ac:spMk id="15" creationId="{0B7934BC-F1D1-2286-078F-343F5FC1B654}"/>
          </ac:spMkLst>
        </pc:spChg>
        <pc:spChg chg="add mod">
          <ac:chgData name="madhulikakomala@outlook.com" userId="be9735a321227cfb" providerId="LiveId" clId="{63CA2282-4036-4D6B-9200-CB2EA8AC2D25}" dt="2026-09-30T03:30:38.617" v="235" actId="1076"/>
          <ac:spMkLst>
            <pc:docMk/>
            <pc:sldMk cId="3497089845" sldId="280"/>
            <ac:spMk id="16" creationId="{7F9F2FF3-974A-87A5-D42F-D45FC64892AF}"/>
          </ac:spMkLst>
        </pc:spChg>
        <pc:spChg chg="add mod">
          <ac:chgData name="madhulikakomala@outlook.com" userId="be9735a321227cfb" providerId="LiveId" clId="{63CA2282-4036-4D6B-9200-CB2EA8AC2D25}" dt="2026-09-30T03:30:44.297" v="236" actId="1076"/>
          <ac:spMkLst>
            <pc:docMk/>
            <pc:sldMk cId="3497089845" sldId="280"/>
            <ac:spMk id="17" creationId="{E0291AA8-2AED-B7D5-6A2D-87732DDA82CE}"/>
          </ac:spMkLst>
        </pc:spChg>
        <pc:spChg chg="add mod">
          <ac:chgData name="madhulikakomala@outlook.com" userId="be9735a321227cfb" providerId="LiveId" clId="{63CA2282-4036-4D6B-9200-CB2EA8AC2D25}" dt="2026-09-30T03:30:51.527" v="237" actId="1076"/>
          <ac:spMkLst>
            <pc:docMk/>
            <pc:sldMk cId="3497089845" sldId="280"/>
            <ac:spMk id="18" creationId="{90BC9258-AED7-42D6-70F8-2F0FE307F4E0}"/>
          </ac:spMkLst>
        </pc:spChg>
        <pc:spChg chg="add del mod">
          <ac:chgData name="madhulikakomala@outlook.com" userId="be9735a321227cfb" providerId="LiveId" clId="{63CA2282-4036-4D6B-9200-CB2EA8AC2D25}" dt="2026-09-30T03:03:32.757" v="147"/>
          <ac:spMkLst>
            <pc:docMk/>
            <pc:sldMk cId="3497089845" sldId="280"/>
            <ac:spMk id="19" creationId="{3886EE0A-B179-5A57-75B0-A2874AFDC0CC}"/>
          </ac:spMkLst>
        </pc:spChg>
        <pc:spChg chg="add mod">
          <ac:chgData name="madhulikakomala@outlook.com" userId="be9735a321227cfb" providerId="LiveId" clId="{63CA2282-4036-4D6B-9200-CB2EA8AC2D25}" dt="2026-09-30T04:13:38.185" v="254" actId="1076"/>
          <ac:spMkLst>
            <pc:docMk/>
            <pc:sldMk cId="3497089845" sldId="280"/>
            <ac:spMk id="19" creationId="{D729E1CF-0AEB-7E8B-03EC-896DF1E90B95}"/>
          </ac:spMkLst>
        </pc:spChg>
        <pc:spChg chg="add mod">
          <ac:chgData name="madhulikakomala@outlook.com" userId="be9735a321227cfb" providerId="LiveId" clId="{63CA2282-4036-4D6B-9200-CB2EA8AC2D25}" dt="2026-09-30T03:30:58.330" v="238" actId="1076"/>
          <ac:spMkLst>
            <pc:docMk/>
            <pc:sldMk cId="3497089845" sldId="280"/>
            <ac:spMk id="20" creationId="{D0A3E74F-81AF-2495-9C0E-46EB87A9A292}"/>
          </ac:spMkLst>
        </pc:spChg>
        <pc:spChg chg="add mod">
          <ac:chgData name="madhulikakomala@outlook.com" userId="be9735a321227cfb" providerId="LiveId" clId="{63CA2282-4036-4D6B-9200-CB2EA8AC2D25}" dt="2026-09-30T03:31:27.617" v="243" actId="1076"/>
          <ac:spMkLst>
            <pc:docMk/>
            <pc:sldMk cId="3497089845" sldId="280"/>
            <ac:spMk id="21" creationId="{F8339D4A-06D5-751D-936F-EECDDC8E3746}"/>
          </ac:spMkLst>
        </pc:spChg>
        <pc:spChg chg="add mod">
          <ac:chgData name="madhulikakomala@outlook.com" userId="be9735a321227cfb" providerId="LiveId" clId="{63CA2282-4036-4D6B-9200-CB2EA8AC2D25}" dt="2026-09-30T03:31:23.548" v="242" actId="1076"/>
          <ac:spMkLst>
            <pc:docMk/>
            <pc:sldMk cId="3497089845" sldId="280"/>
            <ac:spMk id="22" creationId="{D463B5B9-9812-E276-6298-3AB37EBF9C12}"/>
          </ac:spMkLst>
        </pc:spChg>
        <pc:spChg chg="add mod">
          <ac:chgData name="madhulikakomala@outlook.com" userId="be9735a321227cfb" providerId="LiveId" clId="{63CA2282-4036-4D6B-9200-CB2EA8AC2D25}" dt="2026-09-30T03:31:20.087" v="241" actId="1076"/>
          <ac:spMkLst>
            <pc:docMk/>
            <pc:sldMk cId="3497089845" sldId="280"/>
            <ac:spMk id="23" creationId="{611A280F-12A1-4D6E-DAC9-76F939A55F2B}"/>
          </ac:spMkLst>
        </pc:spChg>
        <pc:picChg chg="add del">
          <ac:chgData name="madhulikakomala@outlook.com" userId="be9735a321227cfb" providerId="LiveId" clId="{63CA2282-4036-4D6B-9200-CB2EA8AC2D25}" dt="2026-09-30T03:06:39.697" v="168" actId="478"/>
          <ac:picMkLst>
            <pc:docMk/>
            <pc:sldMk cId="3497089845" sldId="280"/>
            <ac:picMk id="25" creationId="{AE674565-F31D-DA89-6216-A011FE09A6F9}"/>
          </ac:picMkLst>
        </pc:picChg>
        <pc:picChg chg="add mod">
          <ac:chgData name="madhulikakomala@outlook.com" userId="be9735a321227cfb" providerId="LiveId" clId="{63CA2282-4036-4D6B-9200-CB2EA8AC2D25}" dt="2026-09-30T03:06:37.681" v="167" actId="1076"/>
          <ac:picMkLst>
            <pc:docMk/>
            <pc:sldMk cId="3497089845" sldId="280"/>
            <ac:picMk id="26" creationId="{DD6D8097-116D-5750-EFE4-3B528971E987}"/>
          </ac:picMkLst>
        </pc:picChg>
        <pc:picChg chg="add del">
          <ac:chgData name="madhulikakomala@outlook.com" userId="be9735a321227cfb" providerId="LiveId" clId="{63CA2282-4036-4D6B-9200-CB2EA8AC2D25}" dt="2026-09-30T03:25:29.493" v="205" actId="478"/>
          <ac:picMkLst>
            <pc:docMk/>
            <pc:sldMk cId="3497089845" sldId="280"/>
            <ac:picMk id="27" creationId="{AB9260DD-FB30-BE8E-5F57-C6B5FE5023F1}"/>
          </ac:picMkLst>
        </pc:picChg>
      </pc:sldChg>
      <pc:sldChg chg="addSp modSp new mod">
        <pc:chgData name="madhulikakomala@outlook.com" userId="be9735a321227cfb" providerId="LiveId" clId="{63CA2282-4036-4D6B-9200-CB2EA8AC2D25}" dt="2026-09-30T04:12:32.895" v="247" actId="1036"/>
        <pc:sldMkLst>
          <pc:docMk/>
          <pc:sldMk cId="1620855699" sldId="281"/>
        </pc:sldMkLst>
        <pc:spChg chg="add mod">
          <ac:chgData name="madhulikakomala@outlook.com" userId="be9735a321227cfb" providerId="LiveId" clId="{63CA2282-4036-4D6B-9200-CB2EA8AC2D25}" dt="2026-09-30T03:29:06.497" v="207" actId="20577"/>
          <ac:spMkLst>
            <pc:docMk/>
            <pc:sldMk cId="1620855699" sldId="281"/>
            <ac:spMk id="3" creationId="{D34B5212-3AF2-85EA-9114-B1706E5DAD4A}"/>
          </ac:spMkLst>
        </pc:spChg>
        <pc:graphicFrameChg chg="add mod">
          <ac:chgData name="madhulikakomala@outlook.com" userId="be9735a321227cfb" providerId="LiveId" clId="{63CA2282-4036-4D6B-9200-CB2EA8AC2D25}" dt="2026-09-30T04:12:32.895" v="247" actId="1036"/>
          <ac:graphicFrameMkLst>
            <pc:docMk/>
            <pc:sldMk cId="1620855699" sldId="281"/>
            <ac:graphicFrameMk id="2" creationId="{4B08162A-8D94-6E41-F494-943EEEE3DB50}"/>
          </ac:graphicFrameMkLst>
        </pc:graphicFrameChg>
        <pc:picChg chg="add mod">
          <ac:chgData name="madhulikakomala@outlook.com" userId="be9735a321227cfb" providerId="LiveId" clId="{63CA2282-4036-4D6B-9200-CB2EA8AC2D25}" dt="2026-09-30T03:22:51.767" v="198" actId="14100"/>
          <ac:picMkLst>
            <pc:docMk/>
            <pc:sldMk cId="1620855699" sldId="281"/>
            <ac:picMk id="5" creationId="{61FED730-AAE7-0E02-D050-EAA65C865EA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A11A05-ED68-49F5-BE72-410B5A0B155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22E09-A4EB-407D-A526-B799724D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32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600" dirty="0"/>
              <a:t>ONLINE SHOPPING SYSTEM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22E09-A4EB-407D-A526-B799724D36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69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1603-D497-B72D-7400-BF7B48567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E611E-8956-C553-3D28-9DC1BAEBA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84097-A8E9-DA62-9F43-ADE572639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F19-283A-4259-9189-DCB686416A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4E9E8-0BA9-77A4-E40A-C36C96F76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795B0-7F88-B160-F20D-83F4CF08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FB35-228E-4610-9BA8-AE8297938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0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872E9-18C7-8354-332C-0024D126F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8156D-8503-18A0-7663-DC747017D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69AFF-79BD-C4A2-4377-08AEDC574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F19-283A-4259-9189-DCB686416A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47655-E3F1-0D7D-E2C2-05A8A416F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1CC4B-5FE1-91E4-F536-F770B8611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FB35-228E-4610-9BA8-AE8297938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4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F521-F430-8747-8FFF-8B56CC723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44369-762B-ABC0-2F6A-381214DDC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7001C-C053-FA37-EFF6-F5900C28E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F19-283A-4259-9189-DCB686416A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370BE-21F6-72E1-A3DD-896DA4E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E6549-4048-2580-155B-E1E3CE90A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FB35-228E-4610-9BA8-AE8297938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6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6A9C9-8836-F850-B2FA-920B1F2F9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C46C4-4BDB-530F-4C4C-4159113E5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09E28-1F5D-A607-1150-181CEA128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0EEDF-5F49-123D-19B5-1D30C8785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F19-283A-4259-9189-DCB686416A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538F2-2A5A-9B9C-D2CC-3AAF7B6EE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4832D-08A8-7BA6-6A81-25C0C3046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FB35-228E-4610-9BA8-AE8297938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5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3D32-0D0B-4240-47DE-FD54FE9EE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C3CE7-A653-DD3B-2B0E-D2CAEFBC1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CF23E-03C2-C4BB-4032-3C663EE1C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8A1C12-2FBC-3731-0E75-63FB19A82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DF35A-DC90-62DD-23DA-E7F319C430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6F859B-5593-734E-7025-DA9E99DB8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F19-283A-4259-9189-DCB686416A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F6D47B-C8D5-0B13-3704-A6DBD59A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A52161-8312-B8CC-882A-D7D7017B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FB35-228E-4610-9BA8-AE8297938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7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68776-B7D1-9518-1F98-51BDFAA8E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E9946C-C7F4-E3B3-618F-08AF20A59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F19-283A-4259-9189-DCB686416A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E29285-68E4-1E24-A678-324430124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F9C69-8A89-2BE2-2366-8F0C5411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FB35-228E-4610-9BA8-AE8297938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46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F96930-1BEB-4F00-3728-B223CCD95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F19-283A-4259-9189-DCB686416A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272837-6A52-6ED0-4640-AB966B177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538C7-D2C7-0978-0F49-7DAB9A8F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FB35-228E-4610-9BA8-AE8297938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2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80CF-406B-3104-32AC-47BF23BF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4486F-22BD-31C6-A84F-455599A0B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943C2-4899-D152-296D-DCB6BE5E3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8E6A2-0E5A-A4F0-18C1-2D90D9F7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F19-283A-4259-9189-DCB686416A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99B65-09C9-F95A-D476-C5EE1CB4F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33CD5-D833-B81D-6BDA-317A719F8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FB35-228E-4610-9BA8-AE8297938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9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FA04-18D5-14AC-A72F-D274CE80B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F1CD6B-A31A-F898-2C2C-DE6F291CC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A7DCF-C162-7AE6-425D-738DB5718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56E86-943E-3F20-BC97-50464D40F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F19-283A-4259-9189-DCB686416A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B94AD-7EE7-9D9B-2F9C-CD9C2901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03DB8-53D1-DE75-6C20-0353AEA0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FB35-228E-4610-9BA8-AE8297938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37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B360-A4E6-C205-C270-2B4F72960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47732-AEE4-2CA7-564F-FCB3545F9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54D73-755C-BAAB-30EC-2E39FE4DD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F19-283A-4259-9189-DCB686416A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CEB45-88C8-73D9-717F-BE4B306C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2E94D-A26C-7F9F-F968-AB48E833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FB35-228E-4610-9BA8-AE8297938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44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AF5696-4D5E-97C6-1A43-C2343A4A82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4AF3B-0B27-C6B7-6187-D02D95AE7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253-57AB-BEED-31D4-80571A6D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F19-283A-4259-9189-DCB686416A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4B2DC-04E9-5D23-9B5A-5CDC72D80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8FD84-9C41-CD56-FA0D-C4AF939B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FB35-228E-4610-9BA8-AE8297938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54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DE7EA7-33A4-BA11-D992-DE456147E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E7511-A994-1D8D-7926-A0686BB73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BDC48-9B28-372A-4267-96D82FE4D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9EF19-283A-4259-9189-DCB686416A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0E890-FC04-FDC0-1158-6B8080CC1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6E8F4-55F8-C08E-0FA2-6F7E0CA08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26FB35-228E-4610-9BA8-AE8297938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07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4mYzE9KDXW253grLewCcaAAAAA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4mYzE9KDXW253grLewCcaAAAAA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5845FF-7104-1588-971C-AAA723D7EB94}"/>
              </a:ext>
            </a:extLst>
          </p:cNvPr>
          <p:cNvSpPr txBox="1"/>
          <p:nvPr/>
        </p:nvSpPr>
        <p:spPr>
          <a:xfrm>
            <a:off x="4445000" y="25565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rgbClr val="2326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Review-2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3125E-350B-BC3D-CC31-9A76856CC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4" y="213324"/>
            <a:ext cx="3071813" cy="981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261FD6-918D-5A2D-D955-46CF6336A3CC}"/>
              </a:ext>
            </a:extLst>
          </p:cNvPr>
          <p:cNvSpPr txBox="1"/>
          <p:nvPr/>
        </p:nvSpPr>
        <p:spPr>
          <a:xfrm>
            <a:off x="5215467" y="96354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2326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Batch no-1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B15C25-8563-78FD-76B2-02B8272A0E13}"/>
              </a:ext>
            </a:extLst>
          </p:cNvPr>
          <p:cNvSpPr txBox="1"/>
          <p:nvPr/>
        </p:nvSpPr>
        <p:spPr>
          <a:xfrm>
            <a:off x="3640666" y="160987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ONLINE SHOPPING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D3B975-26A3-215D-9EB3-7BBE42CDEF8C}"/>
              </a:ext>
            </a:extLst>
          </p:cNvPr>
          <p:cNvSpPr txBox="1"/>
          <p:nvPr/>
        </p:nvSpPr>
        <p:spPr>
          <a:xfrm>
            <a:off x="4665133" y="2256204"/>
            <a:ext cx="2966902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Presented by</a:t>
            </a:r>
          </a:p>
          <a:p>
            <a:r>
              <a:rPr lang="en-US" dirty="0" err="1">
                <a:solidFill>
                  <a:srgbClr val="FF0000"/>
                </a:solidFill>
              </a:rPr>
              <a:t>K.Madhulika</a:t>
            </a:r>
            <a:r>
              <a:rPr lang="en-US" dirty="0">
                <a:solidFill>
                  <a:srgbClr val="FF0000"/>
                </a:solidFill>
              </a:rPr>
              <a:t> (25B11AI552)</a:t>
            </a:r>
          </a:p>
          <a:p>
            <a:r>
              <a:rPr lang="en-US" dirty="0" err="1">
                <a:solidFill>
                  <a:srgbClr val="FF0000"/>
                </a:solidFill>
              </a:rPr>
              <a:t>K.Joshitha</a:t>
            </a:r>
            <a:r>
              <a:rPr lang="en-US" dirty="0">
                <a:solidFill>
                  <a:srgbClr val="FF0000"/>
                </a:solidFill>
              </a:rPr>
              <a:t> (25B11AI430)</a:t>
            </a:r>
          </a:p>
          <a:p>
            <a:r>
              <a:rPr lang="en-US" dirty="0" err="1">
                <a:solidFill>
                  <a:srgbClr val="FF0000"/>
                </a:solidFill>
              </a:rPr>
              <a:t>S.Rhoda</a:t>
            </a:r>
            <a:r>
              <a:rPr lang="en-US" dirty="0">
                <a:solidFill>
                  <a:srgbClr val="FF0000"/>
                </a:solidFill>
              </a:rPr>
              <a:t> (25B11AI493)</a:t>
            </a:r>
          </a:p>
          <a:p>
            <a:r>
              <a:rPr lang="en-US" dirty="0" err="1">
                <a:solidFill>
                  <a:srgbClr val="FF0000"/>
                </a:solidFill>
              </a:rPr>
              <a:t>A.Sri</a:t>
            </a:r>
            <a:r>
              <a:rPr lang="en-US" dirty="0">
                <a:solidFill>
                  <a:srgbClr val="FF0000"/>
                </a:solidFill>
              </a:rPr>
              <a:t> Victoria (25B11AIB42)</a:t>
            </a:r>
          </a:p>
          <a:p>
            <a:r>
              <a:rPr lang="en-US" dirty="0">
                <a:solidFill>
                  <a:srgbClr val="FF0000"/>
                </a:solidFill>
              </a:rPr>
              <a:t>S.V.D Mounika (26B21AI103)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D8A0E0-54F0-8748-6156-8BB01AC61E6B}"/>
              </a:ext>
            </a:extLst>
          </p:cNvPr>
          <p:cNvSpPr txBox="1"/>
          <p:nvPr/>
        </p:nvSpPr>
        <p:spPr>
          <a:xfrm>
            <a:off x="4165599" y="4232465"/>
            <a:ext cx="373448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Academic Year: 2026-2027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434658-D75D-A78C-B3D8-5AD531A10DBC}"/>
              </a:ext>
            </a:extLst>
          </p:cNvPr>
          <p:cNvSpPr txBox="1"/>
          <p:nvPr/>
        </p:nvSpPr>
        <p:spPr>
          <a:xfrm>
            <a:off x="4092919" y="4726278"/>
            <a:ext cx="400616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Under esteemed guidance of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FB5F72-147E-CBE4-9A49-3F59564BF657}"/>
              </a:ext>
            </a:extLst>
          </p:cNvPr>
          <p:cNvSpPr txBox="1"/>
          <p:nvPr/>
        </p:nvSpPr>
        <p:spPr>
          <a:xfrm>
            <a:off x="4739576" y="5220091"/>
            <a:ext cx="281801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Dr P KishoreKumar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168C89-2E7C-041D-D126-38218EB9CCEE}"/>
              </a:ext>
            </a:extLst>
          </p:cNvPr>
          <p:cNvSpPr txBox="1"/>
          <p:nvPr/>
        </p:nvSpPr>
        <p:spPr>
          <a:xfrm>
            <a:off x="4835237" y="5661326"/>
            <a:ext cx="2395207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Associate Professor</a:t>
            </a:r>
          </a:p>
          <a:p>
            <a:r>
              <a:rPr lang="en-US" sz="2000" dirty="0"/>
              <a:t>Department of AIML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225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344E1A-1C83-780E-8EE9-7FA98A60B2FD}"/>
              </a:ext>
            </a:extLst>
          </p:cNvPr>
          <p:cNvSpPr txBox="1"/>
          <p:nvPr/>
        </p:nvSpPr>
        <p:spPr>
          <a:xfrm>
            <a:off x="499533" y="1066799"/>
            <a:ext cx="21845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1.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Project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Overview :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98CC1-DCBD-A12E-C6A2-5ABA96708FA7}"/>
              </a:ext>
            </a:extLst>
          </p:cNvPr>
          <p:cNvSpPr txBox="1"/>
          <p:nvPr/>
        </p:nvSpPr>
        <p:spPr>
          <a:xfrm>
            <a:off x="499533" y="1524000"/>
            <a:ext cx="45031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2. Existing System and Proposed System :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C117D-0159-1C9D-5474-2CF34F028C22}"/>
              </a:ext>
            </a:extLst>
          </p:cNvPr>
          <p:cNvSpPr txBox="1"/>
          <p:nvPr/>
        </p:nvSpPr>
        <p:spPr>
          <a:xfrm>
            <a:off x="499533" y="1981201"/>
            <a:ext cx="31910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3. Functional Requirements :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50CF1-EAC2-19F6-DD37-CC2D62366207}"/>
              </a:ext>
            </a:extLst>
          </p:cNvPr>
          <p:cNvSpPr txBox="1"/>
          <p:nvPr/>
        </p:nvSpPr>
        <p:spPr>
          <a:xfrm>
            <a:off x="499533" y="2438402"/>
            <a:ext cx="4993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4. Database Schema Used for Implementation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6FA692-D652-9EE6-AC4F-4E84928A94DC}"/>
              </a:ext>
            </a:extLst>
          </p:cNvPr>
          <p:cNvSpPr txBox="1"/>
          <p:nvPr/>
        </p:nvSpPr>
        <p:spPr>
          <a:xfrm>
            <a:off x="499533" y="2895603"/>
            <a:ext cx="3583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5. Table Design and Constraints :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6EF59-3AF6-8A5B-CB59-274185D3AB19}"/>
              </a:ext>
            </a:extLst>
          </p:cNvPr>
          <p:cNvSpPr txBox="1"/>
          <p:nvPr/>
        </p:nvSpPr>
        <p:spPr>
          <a:xfrm>
            <a:off x="499533" y="3352804"/>
            <a:ext cx="3064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6. Normalization up to 3NF :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84264B-3E76-10F8-2DC7-667A0F97673A}"/>
              </a:ext>
            </a:extLst>
          </p:cNvPr>
          <p:cNvSpPr txBox="1"/>
          <p:nvPr/>
        </p:nvSpPr>
        <p:spPr>
          <a:xfrm>
            <a:off x="527489" y="3810005"/>
            <a:ext cx="3296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7.SQL Implementation – DDL :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708BB-2BFF-B3D8-7F7F-4EC750E32FBD}"/>
              </a:ext>
            </a:extLst>
          </p:cNvPr>
          <p:cNvSpPr txBox="1"/>
          <p:nvPr/>
        </p:nvSpPr>
        <p:spPr>
          <a:xfrm>
            <a:off x="527489" y="4267206"/>
            <a:ext cx="3369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8. SQL Implementation – DML :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E6CFAF-893F-2FBA-A5E4-60FAD70002C3}"/>
              </a:ext>
            </a:extLst>
          </p:cNvPr>
          <p:cNvSpPr txBox="1"/>
          <p:nvPr/>
        </p:nvSpPr>
        <p:spPr>
          <a:xfrm>
            <a:off x="527489" y="4724407"/>
            <a:ext cx="2669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9. DQL – Data Retrieval </a:t>
            </a:r>
            <a:r>
              <a:rPr lang="en-US" b="1" dirty="0"/>
              <a:t>: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4C03C5-8727-2BFC-347F-5C05997D62B3}"/>
              </a:ext>
            </a:extLst>
          </p:cNvPr>
          <p:cNvSpPr txBox="1"/>
          <p:nvPr/>
        </p:nvSpPr>
        <p:spPr>
          <a:xfrm>
            <a:off x="499533" y="5181608"/>
            <a:ext cx="26933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10. SQL Queries – Joins :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48D897-7F94-993A-A758-6713ED683E85}"/>
              </a:ext>
            </a:extLst>
          </p:cNvPr>
          <p:cNvSpPr txBox="1"/>
          <p:nvPr/>
        </p:nvSpPr>
        <p:spPr>
          <a:xfrm>
            <a:off x="499533" y="5591532"/>
            <a:ext cx="4182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11. SQL Queries – Aggregate Functions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AC1662-B0D4-00D7-0FE9-65B52E55A0D7}"/>
              </a:ext>
            </a:extLst>
          </p:cNvPr>
          <p:cNvSpPr txBox="1"/>
          <p:nvPr/>
        </p:nvSpPr>
        <p:spPr>
          <a:xfrm>
            <a:off x="7374467" y="977168"/>
            <a:ext cx="2507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12. CRUD Operations :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7D3ADF-3258-6AB2-B793-083F2614858F}"/>
              </a:ext>
            </a:extLst>
          </p:cNvPr>
          <p:cNvSpPr txBox="1"/>
          <p:nvPr/>
        </p:nvSpPr>
        <p:spPr>
          <a:xfrm>
            <a:off x="7404434" y="1434369"/>
            <a:ext cx="1288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13. Views :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7934BC-F1D1-2286-078F-343F5FC1B654}"/>
              </a:ext>
            </a:extLst>
          </p:cNvPr>
          <p:cNvSpPr txBox="1"/>
          <p:nvPr/>
        </p:nvSpPr>
        <p:spPr>
          <a:xfrm>
            <a:off x="7374467" y="1847165"/>
            <a:ext cx="3621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14. Data Integrity and Validation :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9F2FF3-974A-87A5-D42F-D45FC64892AF}"/>
              </a:ext>
            </a:extLst>
          </p:cNvPr>
          <p:cNvSpPr txBox="1"/>
          <p:nvPr/>
        </p:nvSpPr>
        <p:spPr>
          <a:xfrm>
            <a:off x="7374467" y="2267972"/>
            <a:ext cx="3681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15. SQL Output and Screenshots :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291AA8-2AED-B7D5-6A2D-87732DDA82CE}"/>
              </a:ext>
            </a:extLst>
          </p:cNvPr>
          <p:cNvSpPr txBox="1"/>
          <p:nvPr/>
        </p:nvSpPr>
        <p:spPr>
          <a:xfrm>
            <a:off x="7401090" y="2697246"/>
            <a:ext cx="4288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16. Query Coverage for Demonstration :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BC9258-AED7-42D6-70F8-2F0FE307F4E0}"/>
              </a:ext>
            </a:extLst>
          </p:cNvPr>
          <p:cNvSpPr txBox="1"/>
          <p:nvPr/>
        </p:nvSpPr>
        <p:spPr>
          <a:xfrm>
            <a:off x="7404433" y="3186793"/>
            <a:ext cx="38388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18. Live Database Demonstration – </a:t>
            </a:r>
          </a:p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Recommended Order :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A3E74F-81AF-2495-9C0E-46EB87A9A292}"/>
              </a:ext>
            </a:extLst>
          </p:cNvPr>
          <p:cNvSpPr txBox="1"/>
          <p:nvPr/>
        </p:nvSpPr>
        <p:spPr>
          <a:xfrm>
            <a:off x="7401090" y="3810005"/>
            <a:ext cx="1869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19. Conclusion :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339D4A-06D5-751D-936F-EECDDC8E3746}"/>
              </a:ext>
            </a:extLst>
          </p:cNvPr>
          <p:cNvSpPr txBox="1"/>
          <p:nvPr/>
        </p:nvSpPr>
        <p:spPr>
          <a:xfrm>
            <a:off x="7453424" y="4191062"/>
            <a:ext cx="2973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20. Future Enhancements :</a:t>
            </a:r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63B5B9-9812-E276-6298-3AB37EBF9C12}"/>
              </a:ext>
            </a:extLst>
          </p:cNvPr>
          <p:cNvSpPr txBox="1"/>
          <p:nvPr/>
        </p:nvSpPr>
        <p:spPr>
          <a:xfrm>
            <a:off x="7453424" y="4669398"/>
            <a:ext cx="1857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21. References :</a:t>
            </a:r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1A280F-12A1-4D6E-DAC9-76F939A55F2B}"/>
              </a:ext>
            </a:extLst>
          </p:cNvPr>
          <p:cNvSpPr txBox="1"/>
          <p:nvPr/>
        </p:nvSpPr>
        <p:spPr>
          <a:xfrm>
            <a:off x="7457912" y="5181607"/>
            <a:ext cx="30734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22. Final Review Checklist  :</a:t>
            </a:r>
          </a:p>
          <a:p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D6D8097-116D-5750-EFE4-3B528971E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1" y="22930"/>
            <a:ext cx="2131198" cy="6812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729E1CF-0AEB-7E8B-03EC-896DF1E90B95}"/>
              </a:ext>
            </a:extLst>
          </p:cNvPr>
          <p:cNvSpPr txBox="1"/>
          <p:nvPr/>
        </p:nvSpPr>
        <p:spPr>
          <a:xfrm>
            <a:off x="457258" y="577971"/>
            <a:ext cx="13789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Outline :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089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971AB4-A514-C47F-ACA0-64081C7D268F}"/>
              </a:ext>
            </a:extLst>
          </p:cNvPr>
          <p:cNvSpPr txBox="1"/>
          <p:nvPr/>
        </p:nvSpPr>
        <p:spPr>
          <a:xfrm>
            <a:off x="821267" y="2116666"/>
            <a:ext cx="9220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/>
              <a:t>Centralized relational database for online shopping information.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/>
              <a:t>Core entities: </a:t>
            </a:r>
            <a:r>
              <a:rPr lang="en-US" sz="2400" b="1" dirty="0"/>
              <a:t>Customer, Product, Category, Cart, Orders, Order_Item,</a:t>
            </a:r>
          </a:p>
          <a:p>
            <a:pPr lvl="0"/>
            <a:r>
              <a:rPr lang="en-US" sz="2400" b="1" dirty="0"/>
              <a:t>      Payment, Delivery, and Review.</a:t>
            </a:r>
            <a:r>
              <a:rPr lang="en-US" sz="24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/>
              <a:t>Supports customer, product, cart, order, payment, delivery, and review </a:t>
            </a:r>
          </a:p>
          <a:p>
            <a:pPr lvl="0"/>
            <a:r>
              <a:rPr lang="en-US" sz="2400" dirty="0"/>
              <a:t>       management.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/>
              <a:t>Designed to reduce redundancy, maintain data integrity, and support efficient SQL retrieval. 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15C12F-E22B-D52C-35D7-F8196F42157B}"/>
              </a:ext>
            </a:extLst>
          </p:cNvPr>
          <p:cNvSpPr txBox="1"/>
          <p:nvPr/>
        </p:nvSpPr>
        <p:spPr>
          <a:xfrm>
            <a:off x="374983" y="1371600"/>
            <a:ext cx="372691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1.</a:t>
            </a: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Project</a:t>
            </a:r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Overview 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1BFA14-82B9-9E16-2E5B-A0A849D01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552"/>
            <a:ext cx="1886480" cy="60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44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8268E3-E375-E593-D5A5-4879073D5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43"/>
            <a:ext cx="1844147" cy="5894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B38BA0-D6F1-416D-C508-3E353E5AA042}"/>
              </a:ext>
            </a:extLst>
          </p:cNvPr>
          <p:cNvSpPr txBox="1"/>
          <p:nvPr/>
        </p:nvSpPr>
        <p:spPr>
          <a:xfrm>
            <a:off x="262466" y="1490134"/>
            <a:ext cx="6926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2. Existing System and Proposed System 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3FFA35B-3FF8-E528-6D4F-503A7AD71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063117"/>
              </p:ext>
            </p:extLst>
          </p:nvPr>
        </p:nvGraphicFramePr>
        <p:xfrm>
          <a:off x="897465" y="2465263"/>
          <a:ext cx="9838268" cy="34614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19134">
                  <a:extLst>
                    <a:ext uri="{9D8B030D-6E8A-4147-A177-3AD203B41FA5}">
                      <a16:colId xmlns:a16="http://schemas.microsoft.com/office/drawing/2014/main" val="845443558"/>
                    </a:ext>
                  </a:extLst>
                </a:gridCol>
                <a:gridCol w="4919134">
                  <a:extLst>
                    <a:ext uri="{9D8B030D-6E8A-4147-A177-3AD203B41FA5}">
                      <a16:colId xmlns:a16="http://schemas.microsoft.com/office/drawing/2014/main" val="1269076294"/>
                    </a:ext>
                  </a:extLst>
                </a:gridCol>
              </a:tblGrid>
              <a:tr h="576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Existing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Proposed Database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81501"/>
                  </a:ext>
                </a:extLst>
              </a:tr>
              <a:tr h="576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Manual product and customer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Centralized relational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1098657"/>
                  </a:ext>
                </a:extLst>
              </a:tr>
              <a:tr h="576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Disconnected files / spreadsheets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Related tables with defined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809972"/>
                  </a:ext>
                </a:extLst>
              </a:tr>
              <a:tr h="576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Duplicate or inconsistent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Keys and constraints for integrity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252156"/>
                  </a:ext>
                </a:extLst>
              </a:tr>
              <a:tr h="576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Time-consuming order searches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SQL retrieval and reporting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581364"/>
                  </a:ext>
                </a:extLst>
              </a:tr>
              <a:tr h="576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Difficulty generating sales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Joins, aggregation, views and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708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0357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D4611C-5AD5-BDA4-1E0E-6967A90942B1}"/>
              </a:ext>
            </a:extLst>
          </p:cNvPr>
          <p:cNvSpPr txBox="1"/>
          <p:nvPr/>
        </p:nvSpPr>
        <p:spPr>
          <a:xfrm>
            <a:off x="110067" y="1128848"/>
            <a:ext cx="4873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3. Functional Requirements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F6B9DA-E48F-C18F-C143-D033261E5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7" y="0"/>
            <a:ext cx="2038880" cy="6517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0EF09E-8374-A979-7E17-B314006E23E3}"/>
              </a:ext>
            </a:extLst>
          </p:cNvPr>
          <p:cNvSpPr txBox="1"/>
          <p:nvPr/>
        </p:nvSpPr>
        <p:spPr>
          <a:xfrm>
            <a:off x="296333" y="1989667"/>
            <a:ext cx="845608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Customer Management</a:t>
            </a:r>
            <a:r>
              <a:rPr lang="en-US" sz="2000" dirty="0"/>
              <a:t> – add, update, search, and display customer                   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Product Management</a:t>
            </a:r>
            <a:r>
              <a:rPr lang="en-US" sz="2000" dirty="0"/>
              <a:t> – store and maintain product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Category Management</a:t>
            </a:r>
            <a:r>
              <a:rPr lang="en-US" sz="2000" dirty="0"/>
              <a:t> – organize products into different categories.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Cart Management</a:t>
            </a:r>
            <a:r>
              <a:rPr lang="en-US" sz="2000" dirty="0"/>
              <a:t> – add, update, and remove products from the cart.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Order Management</a:t>
            </a:r>
            <a:r>
              <a:rPr lang="en-US" sz="2000" dirty="0"/>
              <a:t> – place and maintain customer orders.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Payment Management</a:t>
            </a:r>
            <a:r>
              <a:rPr lang="en-US" sz="2000" dirty="0"/>
              <a:t> – store payment details associated with orders.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Delivery Management</a:t>
            </a:r>
            <a:r>
              <a:rPr lang="en-US" sz="2000" dirty="0"/>
              <a:t> – maintain delivery and shipping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Review Management</a:t>
            </a:r>
            <a:r>
              <a:rPr lang="en-US" sz="2000" dirty="0"/>
              <a:t> – store customer ratings and reviews.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Search and Reporting</a:t>
            </a:r>
            <a:r>
              <a:rPr lang="en-US" sz="2000" dirty="0"/>
              <a:t> – retrieve shopping information using SQL queries.</a:t>
            </a:r>
          </a:p>
        </p:txBody>
      </p:sp>
    </p:spTree>
    <p:extLst>
      <p:ext uri="{BB962C8B-B14F-4D97-AF65-F5344CB8AC3E}">
        <p14:creationId xmlns:p14="http://schemas.microsoft.com/office/powerpoint/2010/main" val="2128734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02C1D8-7A07-2BD1-5DA7-AA22488A72C1}"/>
              </a:ext>
            </a:extLst>
          </p:cNvPr>
          <p:cNvSpPr txBox="1"/>
          <p:nvPr/>
        </p:nvSpPr>
        <p:spPr>
          <a:xfrm>
            <a:off x="118534" y="1004130"/>
            <a:ext cx="7693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4. Database Schema Used for 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D01186-9E19-D4A0-8C6B-81F115319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98458" cy="70273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7BAB6E-D354-4C57-8CA5-9CC1AF09B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164875"/>
              </p:ext>
            </p:extLst>
          </p:nvPr>
        </p:nvGraphicFramePr>
        <p:xfrm>
          <a:off x="541868" y="1828748"/>
          <a:ext cx="1051560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9252534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634958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22002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Foreign Keys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665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02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Category_ID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442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Product_ID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Category_ID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6888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Cart_ID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7183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Cart_Item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Cart_Item_ID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Cart_ID, Product_ID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681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Order_ID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Customer_ID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448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Order_Item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Order_Item_ID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Order_ID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Product_ID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5647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Payment_ID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Order_ID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7480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Delivery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Delivery_ID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Order_ID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8555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Review_ID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Customer_ID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Product_ID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5811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489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49899E-0B99-210A-EDB1-9EFE0DAE4A33}"/>
              </a:ext>
            </a:extLst>
          </p:cNvPr>
          <p:cNvSpPr txBox="1"/>
          <p:nvPr/>
        </p:nvSpPr>
        <p:spPr>
          <a:xfrm>
            <a:off x="118534" y="8059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5. Table Design and Constraints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A85FAB-9B58-80D9-F187-EE765D084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21"/>
            <a:ext cx="2085446" cy="666609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040FB4A-2261-EFEB-A4F8-6C3F8E092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676157"/>
              </p:ext>
            </p:extLst>
          </p:nvPr>
        </p:nvGraphicFramePr>
        <p:xfrm>
          <a:off x="389466" y="1620990"/>
          <a:ext cx="9237134" cy="49491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18567">
                  <a:extLst>
                    <a:ext uri="{9D8B030D-6E8A-4147-A177-3AD203B41FA5}">
                      <a16:colId xmlns:a16="http://schemas.microsoft.com/office/drawing/2014/main" val="381585509"/>
                    </a:ext>
                  </a:extLst>
                </a:gridCol>
                <a:gridCol w="4618567">
                  <a:extLst>
                    <a:ext uri="{9D8B030D-6E8A-4147-A177-3AD203B41FA5}">
                      <a16:colId xmlns:a16="http://schemas.microsoft.com/office/drawing/2014/main" val="2153291567"/>
                    </a:ext>
                  </a:extLst>
                </a:gridCol>
              </a:tblGrid>
              <a:tr h="304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Table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Key / Validation Rules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4224827482"/>
                  </a:ext>
                </a:extLst>
              </a:tr>
              <a:tr h="304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Customer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PK Customer_ID; UNIQUE Email; NOT NULL Name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2132619560"/>
                  </a:ext>
                </a:extLst>
              </a:tr>
              <a:tr h="304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Category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PK Category_ID; UNIQUE Category_Name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4047630495"/>
                  </a:ext>
                </a:extLst>
              </a:tr>
              <a:tr h="532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Product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PK Product_ID; NOT NULL Product_Name; CHECK Price &gt; 0; FK Category_ID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3497254085"/>
                  </a:ext>
                </a:extLst>
              </a:tr>
              <a:tr h="304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Cart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PK Cart_ID; FK Customer_ID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1214167044"/>
                  </a:ext>
                </a:extLst>
              </a:tr>
              <a:tr h="532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Cart_Item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PK Cart_Item_ID; FKs Cart_ID and Product_ID; CHECK Quantity &gt; 0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1965913123"/>
                  </a:ext>
                </a:extLst>
              </a:tr>
              <a:tr h="532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Orders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PK Order_ID; FK Customer_ID; NOT NULL Order_Date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1096600995"/>
                  </a:ext>
                </a:extLst>
              </a:tr>
              <a:tr h="532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Order_Item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PK Order_Item_ID; FKs Order_ID and Product_ID; CHECK Quantity &gt; 0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797219872"/>
                  </a:ext>
                </a:extLst>
              </a:tr>
              <a:tr h="532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Payment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PK Payment_ID; FK Order_ID; NOT NULL Payment_Status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2896172123"/>
                  </a:ext>
                </a:extLst>
              </a:tr>
              <a:tr h="532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Delivery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PK </a:t>
                      </a:r>
                      <a:r>
                        <a:rPr lang="en-US" sz="1300" dirty="0" err="1"/>
                        <a:t>Delivery_ID</a:t>
                      </a:r>
                      <a:r>
                        <a:rPr lang="en-US" sz="1300" dirty="0"/>
                        <a:t>; FK </a:t>
                      </a:r>
                      <a:r>
                        <a:rPr lang="en-US" sz="1300" dirty="0" err="1"/>
                        <a:t>Order_ID</a:t>
                      </a:r>
                      <a:r>
                        <a:rPr lang="en-US" sz="1300" dirty="0"/>
                        <a:t>; NOT NULL </a:t>
                      </a:r>
                      <a:r>
                        <a:rPr lang="en-US" sz="1300" dirty="0" err="1"/>
                        <a:t>Delivery_Status</a:t>
                      </a:r>
                      <a:endParaRPr lang="en-US" sz="1300" dirty="0"/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2464912425"/>
                  </a:ext>
                </a:extLst>
              </a:tr>
              <a:tr h="532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Review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PK </a:t>
                      </a:r>
                      <a:r>
                        <a:rPr lang="en-US" sz="1300" dirty="0" err="1"/>
                        <a:t>Review_ID</a:t>
                      </a:r>
                      <a:r>
                        <a:rPr lang="en-US" sz="1300" dirty="0"/>
                        <a:t>; FKs </a:t>
                      </a:r>
                      <a:r>
                        <a:rPr lang="en-US" sz="1300" dirty="0" err="1"/>
                        <a:t>Customer_ID</a:t>
                      </a:r>
                      <a:r>
                        <a:rPr lang="en-US" sz="1300" dirty="0"/>
                        <a:t> and Product_ID; CHECK Rating between 1 and 5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1910757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48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D2AB77-F7E6-33BE-0020-B5B008759387}"/>
              </a:ext>
            </a:extLst>
          </p:cNvPr>
          <p:cNvSpPr txBox="1"/>
          <p:nvPr/>
        </p:nvSpPr>
        <p:spPr>
          <a:xfrm>
            <a:off x="60855" y="123422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6. Normalization up to 3NF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2D207C-8CD5-9F99-F6E4-E82EA2D70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5" y="87842"/>
            <a:ext cx="2259012" cy="7220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2B25E2-24A6-503D-968E-871B3CD8EE00}"/>
              </a:ext>
            </a:extLst>
          </p:cNvPr>
          <p:cNvSpPr txBox="1"/>
          <p:nvPr/>
        </p:nvSpPr>
        <p:spPr>
          <a:xfrm>
            <a:off x="474133" y="2181747"/>
            <a:ext cx="687662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UNF:</a:t>
            </a:r>
            <a:r>
              <a:rPr lang="en-US" sz="2000" dirty="0"/>
              <a:t> Customer, product, order, payment, and delivery information may occur repeatedly in one record.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1NF:</a:t>
            </a:r>
            <a:r>
              <a:rPr lang="en-US" sz="2000" dirty="0"/>
              <a:t> Repeating groups are removed and attributes contain atomic values.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2NF:</a:t>
            </a:r>
            <a:r>
              <a:rPr lang="en-US" sz="2000" dirty="0"/>
              <a:t> Partial dependencies are removed by separating customer, product, order, and order-item information.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3NF:</a:t>
            </a:r>
            <a:r>
              <a:rPr lang="en-US" sz="2000" dirty="0"/>
              <a:t> Transitive dependencies are removed; category, payment, delivery, and customer details are stored in their own relations.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Final relations:</a:t>
            </a:r>
            <a:r>
              <a:rPr lang="en-US" sz="2000" dirty="0"/>
              <a:t> Customer, Category, Product, Cart, </a:t>
            </a:r>
            <a:r>
              <a:rPr lang="en-US" sz="2000" dirty="0" err="1"/>
              <a:t>Cart_Item</a:t>
            </a:r>
            <a:r>
              <a:rPr lang="en-US" sz="2000" dirty="0"/>
              <a:t>, Orders, Order_Item, Payment, Delivery, and Review.</a:t>
            </a:r>
          </a:p>
        </p:txBody>
      </p:sp>
    </p:spTree>
    <p:extLst>
      <p:ext uri="{BB962C8B-B14F-4D97-AF65-F5344CB8AC3E}">
        <p14:creationId xmlns:p14="http://schemas.microsoft.com/office/powerpoint/2010/main" val="870532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4E808D-FA28-5498-6CB7-52B4AC550956}"/>
              </a:ext>
            </a:extLst>
          </p:cNvPr>
          <p:cNvSpPr txBox="1"/>
          <p:nvPr/>
        </p:nvSpPr>
        <p:spPr>
          <a:xfrm>
            <a:off x="0" y="1034176"/>
            <a:ext cx="5035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7.SQL Implementation – DDL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E90D7D-8E40-E878-B8C1-DEE22F54B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02933" cy="7361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6EA03-0847-CE90-4F17-BB93DB2C130B}"/>
              </a:ext>
            </a:extLst>
          </p:cNvPr>
          <p:cNvSpPr txBox="1"/>
          <p:nvPr/>
        </p:nvSpPr>
        <p:spPr>
          <a:xfrm>
            <a:off x="279402" y="1938866"/>
            <a:ext cx="665479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Create the database / schema using the selected DBMS.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Create all project tables.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Define </a:t>
            </a:r>
            <a:r>
              <a:rPr lang="en-US" sz="2000" b="1" dirty="0"/>
              <a:t>Primary Keys</a:t>
            </a:r>
            <a:r>
              <a:rPr lang="en-US" sz="2000" dirty="0"/>
              <a:t> and </a:t>
            </a:r>
            <a:r>
              <a:rPr lang="en-US" sz="2000" b="1" dirty="0"/>
              <a:t>Foreign Keys</a:t>
            </a:r>
            <a:r>
              <a:rPr lang="en-US" sz="20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Apply </a:t>
            </a:r>
            <a:r>
              <a:rPr lang="en-US" sz="2000" b="1" dirty="0"/>
              <a:t>NOT NULL, UNIQUE, CHECK, and DEFAULT</a:t>
            </a:r>
            <a:r>
              <a:rPr lang="en-US" sz="2000" dirty="0"/>
              <a:t> constraints where appropriate.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Use </a:t>
            </a:r>
            <a:r>
              <a:rPr lang="en-US" sz="2000" b="1" dirty="0"/>
              <a:t>ALTER</a:t>
            </a:r>
            <a:r>
              <a:rPr lang="en-US" sz="2000" dirty="0"/>
              <a:t> when table definitions need modification.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Show the actual SQL and execution results in the final presentation.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701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724F10-C617-9E81-2F75-6099F03805D3}"/>
              </a:ext>
            </a:extLst>
          </p:cNvPr>
          <p:cNvSpPr txBox="1"/>
          <p:nvPr/>
        </p:nvSpPr>
        <p:spPr>
          <a:xfrm>
            <a:off x="0" y="965200"/>
            <a:ext cx="5152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8. SQL Implementation – DML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F7E956-E52A-517E-6B59-433D8A75F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8611" cy="7635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AC5E0A-B00B-0BF2-69D1-4516CE8E69BC}"/>
              </a:ext>
            </a:extLst>
          </p:cNvPr>
          <p:cNvSpPr txBox="1"/>
          <p:nvPr/>
        </p:nvSpPr>
        <p:spPr>
          <a:xfrm>
            <a:off x="279400" y="1859339"/>
            <a:ext cx="5816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INSERT</a:t>
            </a:r>
            <a:r>
              <a:rPr lang="en-US" sz="2000" dirty="0"/>
              <a:t> sample records into all project tables.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dirty="0"/>
              <a:t>Insert parent records before child records to satisfy foreign-key constraints.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UPDATE</a:t>
            </a:r>
            <a:r>
              <a:rPr lang="en-US" sz="2000" dirty="0"/>
              <a:t> existing customer, product, or order records.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DELETE</a:t>
            </a:r>
            <a:r>
              <a:rPr lang="en-US" sz="2000" dirty="0"/>
              <a:t> eligible records while respecting referential dependencies.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dirty="0"/>
              <a:t>Use realistic sample shopping data that supports meaningful project queries.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971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E84831-3DC1-4508-887B-4EC3DF4A5E2E}"/>
              </a:ext>
            </a:extLst>
          </p:cNvPr>
          <p:cNvSpPr txBox="1"/>
          <p:nvPr/>
        </p:nvSpPr>
        <p:spPr>
          <a:xfrm>
            <a:off x="220134" y="10430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9. DQL – Data Retrieval </a:t>
            </a:r>
            <a:r>
              <a:rPr lang="en-US" sz="2800" b="1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0CF6B2-B22D-4F10-7BC9-847ABCC59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460"/>
            <a:ext cx="2250546" cy="7193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BEC6BD-8577-9ECC-9B40-5CAFB0631837}"/>
              </a:ext>
            </a:extLst>
          </p:cNvPr>
          <p:cNvSpPr txBox="1"/>
          <p:nvPr/>
        </p:nvSpPr>
        <p:spPr>
          <a:xfrm>
            <a:off x="220134" y="1674674"/>
            <a:ext cx="77977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SELECT</a:t>
            </a:r>
            <a:r>
              <a:rPr lang="en-US" sz="2000" dirty="0"/>
              <a:t> records from project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Filter using </a:t>
            </a:r>
            <a:r>
              <a:rPr lang="en-US" sz="2000" b="1" dirty="0"/>
              <a:t>WHERE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Sort using </a:t>
            </a:r>
            <a:r>
              <a:rPr lang="en-US" sz="2000" b="1" dirty="0"/>
              <a:t>ORDER BY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Use </a:t>
            </a:r>
            <a:r>
              <a:rPr lang="en-US" sz="2000" b="1" dirty="0"/>
              <a:t>DISTINCT, LIKE, IS NULL / IS NOT NULL</a:t>
            </a:r>
            <a:r>
              <a:rPr lang="en-US" sz="2000" dirty="0"/>
              <a:t> where relevant.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Retrieve only the required columns.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Frame queries as meaningful online-shopping questions. </a:t>
            </a:r>
          </a:p>
        </p:txBody>
      </p:sp>
    </p:spTree>
    <p:extLst>
      <p:ext uri="{BB962C8B-B14F-4D97-AF65-F5344CB8AC3E}">
        <p14:creationId xmlns:p14="http://schemas.microsoft.com/office/powerpoint/2010/main" val="1039505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BA0F37-0AC9-8FD2-1FF7-12FC1A9EE09C}"/>
              </a:ext>
            </a:extLst>
          </p:cNvPr>
          <p:cNvSpPr txBox="1"/>
          <p:nvPr/>
        </p:nvSpPr>
        <p:spPr>
          <a:xfrm>
            <a:off x="313266" y="10345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10. SQL Queries – Joins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F330AC-64D7-92DE-63D2-9EE9F130E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6" y="103624"/>
            <a:ext cx="2387601" cy="7631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E74641-A853-678E-03F6-404CDEBF3AD6}"/>
              </a:ext>
            </a:extLst>
          </p:cNvPr>
          <p:cNvSpPr txBox="1"/>
          <p:nvPr/>
        </p:nvSpPr>
        <p:spPr>
          <a:xfrm>
            <a:off x="482600" y="1725472"/>
            <a:ext cx="6096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Customer–Orders:</a:t>
            </a:r>
            <a:r>
              <a:rPr lang="en-US" sz="2000" dirty="0"/>
              <a:t> display customers with their order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Category–Product:</a:t>
            </a:r>
            <a:r>
              <a:rPr lang="en-US" sz="2000" dirty="0"/>
              <a:t> display products with category names.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Orders–Order_Item:</a:t>
            </a:r>
            <a:r>
              <a:rPr lang="en-US" sz="2000" dirty="0"/>
              <a:t> display products included in each order.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Customer–Product:</a:t>
            </a:r>
            <a:r>
              <a:rPr lang="en-US" sz="2000" dirty="0"/>
              <a:t> combine Customer, Orders, Order_Item, and Product.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Order–Payment:</a:t>
            </a:r>
            <a:r>
              <a:rPr lang="en-US" sz="2000" dirty="0"/>
              <a:t> combine Orders and Payment to display payment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Order–Delivery:</a:t>
            </a:r>
            <a:r>
              <a:rPr lang="en-US" sz="2000" dirty="0"/>
              <a:t> combine Orders and Delivery to display delivery status.</a:t>
            </a:r>
          </a:p>
        </p:txBody>
      </p:sp>
    </p:spTree>
    <p:extLst>
      <p:ext uri="{BB962C8B-B14F-4D97-AF65-F5344CB8AC3E}">
        <p14:creationId xmlns:p14="http://schemas.microsoft.com/office/powerpoint/2010/main" val="3852202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FB1646-CB97-CCE6-A477-D2913F57FFBE}"/>
              </a:ext>
            </a:extLst>
          </p:cNvPr>
          <p:cNvSpPr txBox="1"/>
          <p:nvPr/>
        </p:nvSpPr>
        <p:spPr>
          <a:xfrm>
            <a:off x="77788" y="1269268"/>
            <a:ext cx="69495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11. SQL Queries – Aggregate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E70225-DA08-7FB2-6871-2A620E78B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8" y="107422"/>
            <a:ext cx="2377546" cy="7599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B2C47A-1EBE-F7C1-661C-ABFE567426A1}"/>
              </a:ext>
            </a:extLst>
          </p:cNvPr>
          <p:cNvSpPr txBox="1"/>
          <p:nvPr/>
        </p:nvSpPr>
        <p:spPr>
          <a:xfrm>
            <a:off x="145521" y="2316839"/>
            <a:ext cx="61595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COUNT()</a:t>
            </a:r>
            <a:r>
              <a:rPr lang="en-US" sz="2000" dirty="0"/>
              <a:t> – count customers, products, or orders.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AVG()</a:t>
            </a:r>
            <a:r>
              <a:rPr lang="en-US" sz="2000" dirty="0"/>
              <a:t> – calculate average product price or rating.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MAX()</a:t>
            </a:r>
            <a:r>
              <a:rPr lang="en-US" sz="2000" dirty="0"/>
              <a:t> – find the highest product price or rating.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MIN()</a:t>
            </a:r>
            <a:r>
              <a:rPr lang="en-US" sz="2000" dirty="0"/>
              <a:t> – find the lowest product price.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SUM()</a:t>
            </a:r>
            <a:r>
              <a:rPr lang="en-US" sz="2000" dirty="0"/>
              <a:t> – calculate total order amounts.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GROUP BY</a:t>
            </a:r>
            <a:r>
              <a:rPr lang="en-US" sz="2000" dirty="0"/>
              <a:t> – generate grouped shopping summaries.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HAVING</a:t>
            </a:r>
            <a:r>
              <a:rPr lang="en-US" sz="2000" dirty="0"/>
              <a:t> – filter grouped results. </a:t>
            </a:r>
          </a:p>
        </p:txBody>
      </p:sp>
    </p:spTree>
    <p:extLst>
      <p:ext uri="{BB962C8B-B14F-4D97-AF65-F5344CB8AC3E}">
        <p14:creationId xmlns:p14="http://schemas.microsoft.com/office/powerpoint/2010/main" val="3284969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47B022-CB3D-23C6-77D8-4B9F8AE7C2AF}"/>
              </a:ext>
            </a:extLst>
          </p:cNvPr>
          <p:cNvSpPr txBox="1"/>
          <p:nvPr/>
        </p:nvSpPr>
        <p:spPr>
          <a:xfrm>
            <a:off x="110068" y="104300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12. CRUD Operations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B324F8-465D-5FF3-4553-A3C901E2C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8" y="33868"/>
            <a:ext cx="2438400" cy="77943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9FF83A-9368-2ED5-DEC3-B5B72BFEE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349069"/>
              </p:ext>
            </p:extLst>
          </p:nvPr>
        </p:nvGraphicFramePr>
        <p:xfrm>
          <a:off x="296332" y="1899867"/>
          <a:ext cx="10828866" cy="39151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9622">
                  <a:extLst>
                    <a:ext uri="{9D8B030D-6E8A-4147-A177-3AD203B41FA5}">
                      <a16:colId xmlns:a16="http://schemas.microsoft.com/office/drawing/2014/main" val="1598372544"/>
                    </a:ext>
                  </a:extLst>
                </a:gridCol>
                <a:gridCol w="3609622">
                  <a:extLst>
                    <a:ext uri="{9D8B030D-6E8A-4147-A177-3AD203B41FA5}">
                      <a16:colId xmlns:a16="http://schemas.microsoft.com/office/drawing/2014/main" val="377253778"/>
                    </a:ext>
                  </a:extLst>
                </a:gridCol>
                <a:gridCol w="3609622">
                  <a:extLst>
                    <a:ext uri="{9D8B030D-6E8A-4147-A177-3AD203B41FA5}">
                      <a16:colId xmlns:a16="http://schemas.microsoft.com/office/drawing/2014/main" val="55093285"/>
                    </a:ext>
                  </a:extLst>
                </a:gridCol>
              </a:tblGrid>
              <a:tr h="680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Project 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29322"/>
                  </a:ext>
                </a:extLst>
              </a:tr>
              <a:tr h="680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Add a new customer/product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0875077"/>
                  </a:ext>
                </a:extLst>
              </a:tr>
              <a:tr h="680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SELECT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Retrieve product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526071"/>
                  </a:ext>
                </a:extLst>
              </a:tr>
              <a:tr h="1191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Modify customer/product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671896"/>
                  </a:ext>
                </a:extLst>
              </a:tr>
              <a:tr h="680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Delete an eligible record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270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692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9B0352-4841-6E09-1F7F-5FB1CD47E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20" y="158221"/>
            <a:ext cx="2106613" cy="6733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67470B-3FB3-9CFA-0EAC-1B7271813821}"/>
              </a:ext>
            </a:extLst>
          </p:cNvPr>
          <p:cNvSpPr txBox="1"/>
          <p:nvPr/>
        </p:nvSpPr>
        <p:spPr>
          <a:xfrm>
            <a:off x="372534" y="1965804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Create a view for frequently required shopping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Example:</a:t>
            </a:r>
            <a:r>
              <a:rPr lang="en-US" sz="2000" dirty="0"/>
              <a:t> Customer name + Order ID + Order date.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Example:</a:t>
            </a:r>
            <a:r>
              <a:rPr lang="en-US" sz="2000" dirty="0"/>
              <a:t> Product name + Category name + Price.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Example:</a:t>
            </a:r>
            <a:r>
              <a:rPr lang="en-US" sz="2000" dirty="0"/>
              <a:t> Customer name + Product name + Quantity + Order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Retrieve data from the view using </a:t>
            </a:r>
            <a:r>
              <a:rPr lang="en-US" sz="2000" b="1" dirty="0"/>
              <a:t>SELECT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Explain why the view is useful for the project.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7762BD-7542-DE5C-88AA-D723501B99A9}"/>
              </a:ext>
            </a:extLst>
          </p:cNvPr>
          <p:cNvSpPr txBox="1"/>
          <p:nvPr/>
        </p:nvSpPr>
        <p:spPr>
          <a:xfrm>
            <a:off x="372534" y="104300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13. Views :</a:t>
            </a:r>
          </a:p>
        </p:txBody>
      </p:sp>
    </p:spTree>
    <p:extLst>
      <p:ext uri="{BB962C8B-B14F-4D97-AF65-F5344CB8AC3E}">
        <p14:creationId xmlns:p14="http://schemas.microsoft.com/office/powerpoint/2010/main" val="2772435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E8AD55-1E29-1C9F-B63F-BD954AD5D2AE}"/>
              </a:ext>
            </a:extLst>
          </p:cNvPr>
          <p:cNvSpPr txBox="1"/>
          <p:nvPr/>
        </p:nvSpPr>
        <p:spPr>
          <a:xfrm>
            <a:off x="220134" y="111073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14. Data Integrity and Validation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754B7F-1611-305D-2478-77A5F3CD4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34" y="140242"/>
            <a:ext cx="2315956" cy="74029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9F8BFB-884F-4534-D871-8049AE92EE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86383"/>
              </p:ext>
            </p:extLst>
          </p:nvPr>
        </p:nvGraphicFramePr>
        <p:xfrm>
          <a:off x="304800" y="2091214"/>
          <a:ext cx="10718800" cy="40301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9400">
                  <a:extLst>
                    <a:ext uri="{9D8B030D-6E8A-4147-A177-3AD203B41FA5}">
                      <a16:colId xmlns:a16="http://schemas.microsoft.com/office/drawing/2014/main" val="949855788"/>
                    </a:ext>
                  </a:extLst>
                </a:gridCol>
                <a:gridCol w="5359400">
                  <a:extLst>
                    <a:ext uri="{9D8B030D-6E8A-4147-A177-3AD203B41FA5}">
                      <a16:colId xmlns:a16="http://schemas.microsoft.com/office/drawing/2014/main" val="1448775680"/>
                    </a:ext>
                  </a:extLst>
                </a:gridCol>
              </a:tblGrid>
              <a:tr h="474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 it is maintained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136330"/>
                  </a:ext>
                </a:extLst>
              </a:tr>
              <a:tr h="474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Entity integrity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Primary keys prevent duplicate / NULL identifiers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169045"/>
                  </a:ext>
                </a:extLst>
              </a:tr>
              <a:tr h="474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Referential integrity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Foreign keys prevent invalid references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594067"/>
                  </a:ext>
                </a:extLst>
              </a:tr>
              <a:tr h="82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Uniqueness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UNIQUE for emails and category/product codes where applicable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695934"/>
                  </a:ext>
                </a:extLst>
              </a:tr>
              <a:tr h="474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Mandatory fields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NULL for required attributes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377456"/>
                  </a:ext>
                </a:extLst>
              </a:tr>
              <a:tr h="474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Domain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CHECK for valid price, quantity, and rating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105017"/>
                  </a:ext>
                </a:extLst>
              </a:tr>
              <a:tr h="82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Business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Valid payment and delivery status according to project rules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0572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137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891B20-CEDA-CC51-050F-074E45730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8" y="65088"/>
            <a:ext cx="2242080" cy="7166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F3D8E6-5602-479D-4982-FFA1641918DA}"/>
              </a:ext>
            </a:extLst>
          </p:cNvPr>
          <p:cNvSpPr txBox="1"/>
          <p:nvPr/>
        </p:nvSpPr>
        <p:spPr>
          <a:xfrm>
            <a:off x="77788" y="105146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15. SQL Output and Screenshots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B2AE1-DB0A-D151-581E-B0B68EC4F195}"/>
              </a:ext>
            </a:extLst>
          </p:cNvPr>
          <p:cNvSpPr txBox="1"/>
          <p:nvPr/>
        </p:nvSpPr>
        <p:spPr>
          <a:xfrm>
            <a:off x="376765" y="1844391"/>
            <a:ext cx="74295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Show database and table creation screenshots.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Show sample records inserted into each table.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Show important </a:t>
            </a:r>
            <a:r>
              <a:rPr lang="en-US" sz="2000" b="1" dirty="0"/>
              <a:t>DDL, DML, and DQL</a:t>
            </a:r>
            <a:r>
              <a:rPr lang="en-US" sz="2000" dirty="0"/>
              <a:t> outputs.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Include screenshots for </a:t>
            </a:r>
            <a:r>
              <a:rPr lang="en-US" sz="2000" b="1" dirty="0"/>
              <a:t>joins, aggregates, CRUD operations, and views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Show validation/error results where useful, such as duplicate ID or invalid foreign-key value.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Replace all documentation placeholders with actual screenshots. </a:t>
            </a:r>
          </a:p>
        </p:txBody>
      </p:sp>
    </p:spTree>
    <p:extLst>
      <p:ext uri="{BB962C8B-B14F-4D97-AF65-F5344CB8AC3E}">
        <p14:creationId xmlns:p14="http://schemas.microsoft.com/office/powerpoint/2010/main" val="96003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8E17F1-2635-CFAD-1EAA-90381A02D4ED}"/>
              </a:ext>
            </a:extLst>
          </p:cNvPr>
          <p:cNvSpPr txBox="1"/>
          <p:nvPr/>
        </p:nvSpPr>
        <p:spPr>
          <a:xfrm>
            <a:off x="86254" y="1242082"/>
            <a:ext cx="72543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16. Query Coverage for Demonstration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512A01-9225-A3A3-C116-2A1FECBF6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88" y="124365"/>
            <a:ext cx="2153728" cy="68843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7D377E-132A-8ACC-B91F-23CA33054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291515"/>
              </p:ext>
            </p:extLst>
          </p:nvPr>
        </p:nvGraphicFramePr>
        <p:xfrm>
          <a:off x="153988" y="2363841"/>
          <a:ext cx="10793412" cy="4045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96706">
                  <a:extLst>
                    <a:ext uri="{9D8B030D-6E8A-4147-A177-3AD203B41FA5}">
                      <a16:colId xmlns:a16="http://schemas.microsoft.com/office/drawing/2014/main" val="193573654"/>
                    </a:ext>
                  </a:extLst>
                </a:gridCol>
                <a:gridCol w="5396706">
                  <a:extLst>
                    <a:ext uri="{9D8B030D-6E8A-4147-A177-3AD203B41FA5}">
                      <a16:colId xmlns:a16="http://schemas.microsoft.com/office/drawing/2014/main" val="724512358"/>
                    </a:ext>
                  </a:extLst>
                </a:gridCol>
              </a:tblGrid>
              <a:tr h="449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Demonstration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053963"/>
                  </a:ext>
                </a:extLst>
              </a:tr>
              <a:tr h="449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Basic SELECT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3–5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628457"/>
                  </a:ext>
                </a:extLst>
              </a:tr>
              <a:tr h="449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Filtering / Sorting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3–5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8806038"/>
                  </a:ext>
                </a:extLst>
              </a:tr>
              <a:tr h="449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Joins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5+ meaningful joins / multi-table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445822"/>
                  </a:ext>
                </a:extLst>
              </a:tr>
              <a:tr h="449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Aggregation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5+ COUNT, AVG, MIN, MAX, SUM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686707"/>
                  </a:ext>
                </a:extLst>
              </a:tr>
              <a:tr h="449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GROUP BY / HAVING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2–3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824131"/>
                  </a:ext>
                </a:extLst>
              </a:tr>
              <a:tr h="449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 least one example for each operation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487825"/>
                  </a:ext>
                </a:extLst>
              </a:tr>
              <a:tr h="449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1–2 meaningful views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3292360"/>
                  </a:ext>
                </a:extLst>
              </a:tr>
              <a:tr h="449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At least 2 constraint demonstrations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37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293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F912D5-497C-31F4-9C49-BA95B1A4F974}"/>
              </a:ext>
            </a:extLst>
          </p:cNvPr>
          <p:cNvSpPr txBox="1"/>
          <p:nvPr/>
        </p:nvSpPr>
        <p:spPr>
          <a:xfrm>
            <a:off x="203199" y="1144602"/>
            <a:ext cx="10244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17. Live Database Demonstration – Recommended Order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02C895-050A-3534-76AD-A496FD571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54" y="42334"/>
            <a:ext cx="2580746" cy="8249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D3CF9D-3E9D-44F6-B66E-C6E22A0DA90C}"/>
              </a:ext>
            </a:extLst>
          </p:cNvPr>
          <p:cNvSpPr txBox="1"/>
          <p:nvPr/>
        </p:nvSpPr>
        <p:spPr>
          <a:xfrm>
            <a:off x="364065" y="2464237"/>
            <a:ext cx="662940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Open the database / schema.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Show the project tables and relationships.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Show table structures and constraints.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Display inserted sample data.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Demonstrate DDL, DML, and DQL.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Demonstrate CRUD operations.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Run joins and aggregate queries.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Demonstrate a view.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Demonstrate validation / integrity.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Explain normalization up to 3NF and answer questions. </a:t>
            </a:r>
          </a:p>
        </p:txBody>
      </p:sp>
    </p:spTree>
    <p:extLst>
      <p:ext uri="{BB962C8B-B14F-4D97-AF65-F5344CB8AC3E}">
        <p14:creationId xmlns:p14="http://schemas.microsoft.com/office/powerpoint/2010/main" val="2146405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B08162A-8D94-6E41-F494-943EEEE3DB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0756244"/>
              </p:ext>
            </p:extLst>
          </p:nvPr>
        </p:nvGraphicFramePr>
        <p:xfrm>
          <a:off x="123820" y="3014134"/>
          <a:ext cx="4848232" cy="1913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310782" imgH="518018" progId="Package">
                  <p:embed/>
                </p:oleObj>
              </mc:Choice>
              <mc:Fallback>
                <p:oleObj name="Packager Shell Object" showAsIcon="1" r:id="rId2" imgW="1310782" imgH="518018" progId="Package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4B08162A-8D94-6E41-F494-943EEEE3DB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3820" y="3014134"/>
                        <a:ext cx="4848232" cy="19134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34B5212-3AF2-85EA-9114-B1706E5DAD4A}"/>
              </a:ext>
            </a:extLst>
          </p:cNvPr>
          <p:cNvSpPr txBox="1"/>
          <p:nvPr/>
        </p:nvSpPr>
        <p:spPr>
          <a:xfrm>
            <a:off x="296334" y="1137389"/>
            <a:ext cx="3329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18.SQL CODE FILE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FED730-AAE7-0E02-D050-EAA65C865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864"/>
            <a:ext cx="2396067" cy="76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55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329918-1987-DFD4-A24B-3231415D3D18}"/>
              </a:ext>
            </a:extLst>
          </p:cNvPr>
          <p:cNvSpPr txBox="1"/>
          <p:nvPr/>
        </p:nvSpPr>
        <p:spPr>
          <a:xfrm>
            <a:off x="254000" y="107686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19. Conclusion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1A810-75E1-CE9D-9975-45971C2CF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20" y="124354"/>
            <a:ext cx="2309813" cy="7383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901B4A-9B8A-655B-CA19-236A8D2EE044}"/>
              </a:ext>
            </a:extLst>
          </p:cNvPr>
          <p:cNvSpPr txBox="1"/>
          <p:nvPr/>
        </p:nvSpPr>
        <p:spPr>
          <a:xfrm>
            <a:off x="321734" y="1939773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implemented database follows the design developed in </a:t>
            </a:r>
            <a:r>
              <a:rPr lang="en-US" sz="2000" b="1" dirty="0"/>
              <a:t>Review–I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related tables organize </a:t>
            </a:r>
            <a:r>
              <a:rPr lang="en-US" sz="2000" b="1" dirty="0"/>
              <a:t>customers, products, categories, carts, orders, payments, deliveries, and reviews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Constraints and normalization up to </a:t>
            </a:r>
            <a:r>
              <a:rPr lang="en-US" sz="2000" b="1" dirty="0"/>
              <a:t>3NF</a:t>
            </a:r>
            <a:r>
              <a:rPr lang="en-US" sz="2000" dirty="0"/>
              <a:t> support data integrity and reduce redundancy.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SQL operations demonstrate </a:t>
            </a:r>
            <a:r>
              <a:rPr lang="en-US" sz="2000" b="1" dirty="0"/>
              <a:t>creation, modification, retrieval, CRUD, joins, aggregation, and reporting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database provides a foundation for future online-shopping features. </a:t>
            </a:r>
          </a:p>
        </p:txBody>
      </p:sp>
    </p:spTree>
    <p:extLst>
      <p:ext uri="{BB962C8B-B14F-4D97-AF65-F5344CB8AC3E}">
        <p14:creationId xmlns:p14="http://schemas.microsoft.com/office/powerpoint/2010/main" val="3969462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F21ED1-E3A1-49CF-A625-EE305E9A73BF}"/>
              </a:ext>
            </a:extLst>
          </p:cNvPr>
          <p:cNvSpPr txBox="1"/>
          <p:nvPr/>
        </p:nvSpPr>
        <p:spPr>
          <a:xfrm>
            <a:off x="127001" y="11700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20. Future Enhancements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147297-02CE-DDD5-2C48-25991325A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1" y="118796"/>
            <a:ext cx="2379133" cy="760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94F9B7-9ADA-FFC0-C1E9-E20F70690B65}"/>
              </a:ext>
            </a:extLst>
          </p:cNvPr>
          <p:cNvSpPr txBox="1"/>
          <p:nvPr/>
        </p:nvSpPr>
        <p:spPr>
          <a:xfrm>
            <a:off x="127001" y="19839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Role-based access for administrators, customers, and authorized users.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Wishlist and product recommendation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Discount and coupon management.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Inventory and stock management.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Automated sales reports and analytics dashboards.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Backup, recovery, audit logging, and stronger database security.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Web or mobile application interface.</a:t>
            </a:r>
          </a:p>
        </p:txBody>
      </p:sp>
    </p:spTree>
    <p:extLst>
      <p:ext uri="{BB962C8B-B14F-4D97-AF65-F5344CB8AC3E}">
        <p14:creationId xmlns:p14="http://schemas.microsoft.com/office/powerpoint/2010/main" val="1488235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F67C76-83CD-2BC1-C73A-E5D361EDF8D9}"/>
              </a:ext>
            </a:extLst>
          </p:cNvPr>
          <p:cNvSpPr txBox="1"/>
          <p:nvPr/>
        </p:nvSpPr>
        <p:spPr>
          <a:xfrm>
            <a:off x="211666" y="111920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21. References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D30567-F5CF-CB64-D13C-E0102FD8D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22" y="75180"/>
            <a:ext cx="2352145" cy="7518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EBC6CE-0813-122E-F8BE-5D22A6A1188D}"/>
              </a:ext>
            </a:extLst>
          </p:cNvPr>
          <p:cNvSpPr txBox="1"/>
          <p:nvPr/>
        </p:nvSpPr>
        <p:spPr>
          <a:xfrm>
            <a:off x="211665" y="1849103"/>
            <a:ext cx="62738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Korth, H. F., Silberschatz, A., and Sudarshan, S., </a:t>
            </a:r>
            <a:r>
              <a:rPr lang="en-US" sz="2000" b="1" dirty="0"/>
              <a:t>Database System Concepts</a:t>
            </a:r>
            <a:r>
              <a:rPr lang="en-US" sz="2000" dirty="0"/>
              <a:t>, McGraw Hill.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Elmasri, R. and Navathe, R., </a:t>
            </a:r>
            <a:r>
              <a:rPr lang="en-US" sz="2000" b="1" dirty="0"/>
              <a:t>Fundamentals of Database Systems</a:t>
            </a:r>
            <a:r>
              <a:rPr lang="en-US" sz="2000" dirty="0"/>
              <a:t>, Pearson.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Course lecture notes, laboratory exercises, and approved DBMS learning resources. </a:t>
            </a:r>
          </a:p>
        </p:txBody>
      </p:sp>
    </p:spTree>
    <p:extLst>
      <p:ext uri="{BB962C8B-B14F-4D97-AF65-F5344CB8AC3E}">
        <p14:creationId xmlns:p14="http://schemas.microsoft.com/office/powerpoint/2010/main" val="3883671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C6E2F-311D-4A38-58D6-357ACC835DF8}"/>
              </a:ext>
            </a:extLst>
          </p:cNvPr>
          <p:cNvSpPr txBox="1"/>
          <p:nvPr/>
        </p:nvSpPr>
        <p:spPr>
          <a:xfrm>
            <a:off x="304800" y="11615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22. Final Review Checklist 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A9390A-D512-EA8C-4C10-4D25D9F91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6" y="95092"/>
            <a:ext cx="2462213" cy="78704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030A3-A097-F503-205C-EC434D306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490857"/>
              </p:ext>
            </p:extLst>
          </p:nvPr>
        </p:nvGraphicFramePr>
        <p:xfrm>
          <a:off x="435834" y="1774826"/>
          <a:ext cx="8733566" cy="4676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66783">
                  <a:extLst>
                    <a:ext uri="{9D8B030D-6E8A-4147-A177-3AD203B41FA5}">
                      <a16:colId xmlns:a16="http://schemas.microsoft.com/office/drawing/2014/main" val="771537851"/>
                    </a:ext>
                  </a:extLst>
                </a:gridCol>
                <a:gridCol w="4366783">
                  <a:extLst>
                    <a:ext uri="{9D8B030D-6E8A-4147-A177-3AD203B41FA5}">
                      <a16:colId xmlns:a16="http://schemas.microsoft.com/office/drawing/2014/main" val="2897974205"/>
                    </a:ext>
                  </a:extLst>
                </a:gridCol>
              </a:tblGrid>
              <a:tr h="311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Review Area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What students must demonstrate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898346595"/>
                  </a:ext>
                </a:extLst>
              </a:tr>
              <a:tr h="545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Database design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Title, problem, objectives, ER diagram, relational schema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990919666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Implementation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Database and all project tables created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695162344"/>
                  </a:ext>
                </a:extLst>
              </a:tr>
              <a:tr h="545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Constraints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PK, FK, NOT NULL, UNIQUE, CHECK / DEFAULT where appropriate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748882232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Sample data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All tables populated with valid records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805212509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SQL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DDL, DML, DQL demonstrated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196263374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CRUD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Create, Read, Update, Delete demonstrated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284758753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Queries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Joins, aggregates, GROUP BY / HAVING, views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824945155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Normalization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UNF → 1NF → 2NF → 3NF explained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90972950"/>
                  </a:ext>
                </a:extLst>
              </a:tr>
              <a:tr h="545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Integrity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Duplicate IDs, invalid references, invalid values tested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87118251"/>
                  </a:ext>
                </a:extLst>
              </a:tr>
              <a:tr h="545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Documentation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ER diagram, schema, SQL, outputs and screenshots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77797727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Presentation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Working database demonstrated live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55585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178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4777E1-B34F-B4F6-99AC-A2F3BCB4B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912" y="2174578"/>
            <a:ext cx="5096474" cy="186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474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1814</Words>
  <Application>Microsoft Office PowerPoint</Application>
  <PresentationFormat>Widescreen</PresentationFormat>
  <Paragraphs>286</Paragraphs>
  <Slides>25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Wingdings</vt:lpstr>
      <vt:lpstr>Office Theme</vt:lpstr>
      <vt:lpstr>Packager Shell Object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madhulikakomala@outlook.com</dc:creator>
  <cp:lastModifiedBy>madhulikakomala@outlook.com</cp:lastModifiedBy>
  <cp:revision>1</cp:revision>
  <dcterms:created xsi:type="dcterms:W3CDTF">2026-09-27T14:59:39Z</dcterms:created>
  <dcterms:modified xsi:type="dcterms:W3CDTF">2026-10-01T06:18:23Z</dcterms:modified>
</cp:coreProperties>
</file>